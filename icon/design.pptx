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EFD"/>
    <a:srgbClr val="0099CC"/>
    <a:srgbClr val="FFA6A3"/>
    <a:srgbClr val="FF7E79"/>
    <a:srgbClr val="FF4C4C"/>
    <a:srgbClr val="01AE4F"/>
    <a:srgbClr val="7FDFFF"/>
    <a:srgbClr val="0098CC"/>
    <a:srgbClr val="03BDFC"/>
    <a:srgbClr val="036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3"/>
    <p:restoredTop sz="94670"/>
  </p:normalViewPr>
  <p:slideViewPr>
    <p:cSldViewPr snapToGrid="0">
      <p:cViewPr varScale="1">
        <p:scale>
          <a:sx n="195" d="100"/>
          <a:sy n="195" d="100"/>
        </p:scale>
        <p:origin x="18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1C46E-A520-51EB-9D27-E508C534C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2026/5/10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D4FB6E-B005-BACB-663B-6848D2B1E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0D35D-811C-4260-0B21-2CB61A41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250032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ra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1C46E-A520-51EB-9D27-E508C534C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2026/5/10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D4FB6E-B005-BACB-663B-6848D2B1E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0D35D-811C-4260-0B21-2CB61A41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3410376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5AAD6A-EE65-5580-A8D4-16A781447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888E0-5294-C50E-EFDD-2227853E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FE52F-39C3-CF93-74CF-C4F8E95C68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7F0EFD-98CC-144B-86FC-2C31795ED826}" type="datetimeFigureOut">
              <a:rPr lang="en-TW" smtClean="0"/>
              <a:t>2026/5/10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91604-E9A8-5F29-F818-34DAB60641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5E2A82-AF9D-E752-F52D-D6DD2C5AFF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08302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9265371-EEC0-E359-AB4F-BD3C5AC20450}"/>
              </a:ext>
            </a:extLst>
          </p:cNvPr>
          <p:cNvGrpSpPr/>
          <p:nvPr/>
        </p:nvGrpSpPr>
        <p:grpSpPr>
          <a:xfrm>
            <a:off x="7771140" y="3226376"/>
            <a:ext cx="360000" cy="360000"/>
            <a:chOff x="7406467" y="3242689"/>
            <a:chExt cx="360000" cy="360000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8306EEE-A0A4-4B60-0B76-62FC248E5BAF}"/>
                </a:ext>
              </a:extLst>
            </p:cNvPr>
            <p:cNvSpPr/>
            <p:nvPr/>
          </p:nvSpPr>
          <p:spPr>
            <a:xfrm>
              <a:off x="7586467" y="324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E7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548E88C7-AFB6-1374-6893-2DB40CB90EA0}"/>
                </a:ext>
              </a:extLst>
            </p:cNvPr>
            <p:cNvSpPr/>
            <p:nvPr/>
          </p:nvSpPr>
          <p:spPr>
            <a:xfrm rot="5400000">
              <a:off x="7586467" y="342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6F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0508246-701F-9F8B-7AE5-03E54CC68DEC}"/>
                </a:ext>
              </a:extLst>
            </p:cNvPr>
            <p:cNvSpPr/>
            <p:nvPr/>
          </p:nvSpPr>
          <p:spPr>
            <a:xfrm rot="10800000">
              <a:off x="7406467" y="342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E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4772268-B0AF-1E2F-016C-8A78A1270AF1}"/>
                </a:ext>
              </a:extLst>
            </p:cNvPr>
            <p:cNvSpPr/>
            <p:nvPr/>
          </p:nvSpPr>
          <p:spPr>
            <a:xfrm rot="16200000">
              <a:off x="7406467" y="324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A204CA2-A7B5-F1CD-A1C0-D12842ECCDE2}"/>
              </a:ext>
            </a:extLst>
          </p:cNvPr>
          <p:cNvGrpSpPr/>
          <p:nvPr/>
        </p:nvGrpSpPr>
        <p:grpSpPr>
          <a:xfrm rot="1800000">
            <a:off x="4807478" y="3226376"/>
            <a:ext cx="360000" cy="360000"/>
            <a:chOff x="3683000" y="2781300"/>
            <a:chExt cx="360000" cy="360000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FC3A756D-856E-A04C-1739-3AF5B826F27E}"/>
                </a:ext>
              </a:extLst>
            </p:cNvPr>
            <p:cNvSpPr/>
            <p:nvPr/>
          </p:nvSpPr>
          <p:spPr>
            <a:xfrm>
              <a:off x="3863000" y="2781300"/>
              <a:ext cx="180000" cy="360000"/>
            </a:xfrm>
            <a:custGeom>
              <a:avLst/>
              <a:gdLst>
                <a:gd name="connsiteX0" fmla="*/ 0 w 180000"/>
                <a:gd name="connsiteY0" fmla="*/ 0 h 360000"/>
                <a:gd name="connsiteX1" fmla="*/ 180000 w 180000"/>
                <a:gd name="connsiteY1" fmla="*/ 180000 h 360000"/>
                <a:gd name="connsiteX2" fmla="*/ 0 w 180000"/>
                <a:gd name="connsiteY2" fmla="*/ 360000 h 360000"/>
                <a:gd name="connsiteX3" fmla="*/ 0 w 180000"/>
                <a:gd name="connsiteY3" fmla="*/ 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36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cubicBezTo>
                    <a:pt x="180000" y="279411"/>
                    <a:pt x="99411" y="360000"/>
                    <a:pt x="0" y="3600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60FC198-97A3-FA9D-17E6-846398A3214F}"/>
                </a:ext>
              </a:extLst>
            </p:cNvPr>
            <p:cNvSpPr/>
            <p:nvPr/>
          </p:nvSpPr>
          <p:spPr>
            <a:xfrm>
              <a:off x="3683000" y="2781300"/>
              <a:ext cx="180000" cy="360000"/>
            </a:xfrm>
            <a:custGeom>
              <a:avLst/>
              <a:gdLst>
                <a:gd name="connsiteX0" fmla="*/ 180000 w 180000"/>
                <a:gd name="connsiteY0" fmla="*/ 0 h 360000"/>
                <a:gd name="connsiteX1" fmla="*/ 180000 w 180000"/>
                <a:gd name="connsiteY1" fmla="*/ 360000 h 360000"/>
                <a:gd name="connsiteX2" fmla="*/ 0 w 180000"/>
                <a:gd name="connsiteY2" fmla="*/ 180000 h 360000"/>
                <a:gd name="connsiteX3" fmla="*/ 180000 w 180000"/>
                <a:gd name="connsiteY3" fmla="*/ 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360000">
                  <a:moveTo>
                    <a:pt x="180000" y="0"/>
                  </a:moveTo>
                  <a:lnTo>
                    <a:pt x="180000" y="360000"/>
                  </a:lnTo>
                  <a:cubicBezTo>
                    <a:pt x="80589" y="360000"/>
                    <a:pt x="0" y="279411"/>
                    <a:pt x="0" y="180000"/>
                  </a:cubicBezTo>
                  <a:cubicBezTo>
                    <a:pt x="0" y="80589"/>
                    <a:pt x="80589" y="0"/>
                    <a:pt x="180000" y="0"/>
                  </a:cubicBezTo>
                  <a:close/>
                </a:path>
              </a:pathLst>
            </a:cu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  <p:sp>
        <p:nvSpPr>
          <p:cNvPr id="121" name="Oval 120">
            <a:extLst>
              <a:ext uri="{FF2B5EF4-FFF2-40B4-BE49-F238E27FC236}">
                <a16:creationId xmlns:a16="http://schemas.microsoft.com/office/drawing/2014/main" id="{CB660191-55D9-2C1B-E6C7-6563AB711EFA}"/>
              </a:ext>
            </a:extLst>
          </p:cNvPr>
          <p:cNvSpPr/>
          <p:nvPr/>
        </p:nvSpPr>
        <p:spPr>
          <a:xfrm>
            <a:off x="5557130" y="3226376"/>
            <a:ext cx="360000" cy="360000"/>
          </a:xfrm>
          <a:prstGeom prst="ellipse">
            <a:avLst/>
          </a:prstGeom>
          <a:gradFill flip="none" rotWithShape="1">
            <a:gsLst>
              <a:gs pos="20000">
                <a:srgbClr val="FF7E79"/>
              </a:gs>
              <a:gs pos="80000">
                <a:schemeClr val="accent1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C3D0562A-E7E5-4085-D05E-979E4DD57090}"/>
              </a:ext>
            </a:extLst>
          </p:cNvPr>
          <p:cNvGrpSpPr/>
          <p:nvPr/>
        </p:nvGrpSpPr>
        <p:grpSpPr>
          <a:xfrm>
            <a:off x="6306782" y="3226376"/>
            <a:ext cx="360000" cy="360000"/>
            <a:chOff x="6219832" y="4165415"/>
            <a:chExt cx="360000" cy="360000"/>
          </a:xfrm>
        </p:grpSpPr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DC983E2F-A708-D80A-EE87-A925E706BAF6}"/>
                </a:ext>
              </a:extLst>
            </p:cNvPr>
            <p:cNvSpPr/>
            <p:nvPr/>
          </p:nvSpPr>
          <p:spPr>
            <a:xfrm>
              <a:off x="6399832" y="416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E7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5E90B0A5-80BF-79A2-652F-799F6E4D34DD}"/>
                </a:ext>
              </a:extLst>
            </p:cNvPr>
            <p:cNvSpPr/>
            <p:nvPr/>
          </p:nvSpPr>
          <p:spPr>
            <a:xfrm rot="5400000">
              <a:off x="6399832" y="434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055C75C5-E33B-BB7F-9E88-B0021BBF3CA1}"/>
                </a:ext>
              </a:extLst>
            </p:cNvPr>
            <p:cNvSpPr/>
            <p:nvPr/>
          </p:nvSpPr>
          <p:spPr>
            <a:xfrm rot="10800000">
              <a:off x="6219832" y="434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A2609FAF-B3DE-F043-168C-77BA51ECD6A7}"/>
                </a:ext>
              </a:extLst>
            </p:cNvPr>
            <p:cNvSpPr/>
            <p:nvPr/>
          </p:nvSpPr>
          <p:spPr>
            <a:xfrm rot="16200000">
              <a:off x="6219832" y="416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81AD6721-40FD-3BC0-74F6-0EC366263BE9}"/>
              </a:ext>
            </a:extLst>
          </p:cNvPr>
          <p:cNvGrpSpPr/>
          <p:nvPr/>
        </p:nvGrpSpPr>
        <p:grpSpPr>
          <a:xfrm>
            <a:off x="7056434" y="3176473"/>
            <a:ext cx="328088" cy="459807"/>
            <a:chOff x="6476346" y="4349028"/>
            <a:chExt cx="328088" cy="459807"/>
          </a:xfrm>
        </p:grpSpPr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B187527F-DD4F-4DB2-C3E0-A0506E012B3E}"/>
                </a:ext>
              </a:extLst>
            </p:cNvPr>
            <p:cNvSpPr/>
            <p:nvPr/>
          </p:nvSpPr>
          <p:spPr>
            <a:xfrm rot="1800000">
              <a:off x="6586390" y="4398901"/>
              <a:ext cx="108000" cy="360061"/>
            </a:xfrm>
            <a:custGeom>
              <a:avLst/>
              <a:gdLst>
                <a:gd name="connsiteX0" fmla="*/ 0 w 108000"/>
                <a:gd name="connsiteY0" fmla="*/ 8551 h 360061"/>
                <a:gd name="connsiteX1" fmla="*/ 31749 w 108000"/>
                <a:gd name="connsiteY1" fmla="*/ 1364 h 360061"/>
                <a:gd name="connsiteX2" fmla="*/ 100586 w 108000"/>
                <a:gd name="connsiteY2" fmla="*/ 6165 h 360061"/>
                <a:gd name="connsiteX3" fmla="*/ 108000 w 108000"/>
                <a:gd name="connsiteY3" fmla="*/ 9782 h 360061"/>
                <a:gd name="connsiteX4" fmla="*/ 108000 w 108000"/>
                <a:gd name="connsiteY4" fmla="*/ 351510 h 360061"/>
                <a:gd name="connsiteX5" fmla="*/ 76249 w 108000"/>
                <a:gd name="connsiteY5" fmla="*/ 358698 h 360061"/>
                <a:gd name="connsiteX6" fmla="*/ 7412 w 108000"/>
                <a:gd name="connsiteY6" fmla="*/ 353897 h 360061"/>
                <a:gd name="connsiteX7" fmla="*/ 0 w 108000"/>
                <a:gd name="connsiteY7" fmla="*/ 350280 h 360061"/>
                <a:gd name="connsiteX8" fmla="*/ 0 w 108000"/>
                <a:gd name="connsiteY8" fmla="*/ 8551 h 360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" h="360061">
                  <a:moveTo>
                    <a:pt x="0" y="8551"/>
                  </a:moveTo>
                  <a:lnTo>
                    <a:pt x="31749" y="1364"/>
                  </a:lnTo>
                  <a:cubicBezTo>
                    <a:pt x="54953" y="-1515"/>
                    <a:pt x="78338" y="203"/>
                    <a:pt x="100586" y="6165"/>
                  </a:cubicBezTo>
                  <a:lnTo>
                    <a:pt x="108000" y="9782"/>
                  </a:lnTo>
                  <a:lnTo>
                    <a:pt x="108000" y="351510"/>
                  </a:lnTo>
                  <a:lnTo>
                    <a:pt x="76249" y="358698"/>
                  </a:lnTo>
                  <a:cubicBezTo>
                    <a:pt x="53045" y="361577"/>
                    <a:pt x="29660" y="359859"/>
                    <a:pt x="7412" y="353897"/>
                  </a:cubicBezTo>
                  <a:lnTo>
                    <a:pt x="0" y="350280"/>
                  </a:lnTo>
                  <a:lnTo>
                    <a:pt x="0" y="8551"/>
                  </a:ln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E452E47-FCCE-DBDA-E525-1177F677CC06}"/>
                </a:ext>
              </a:extLst>
            </p:cNvPr>
            <p:cNvSpPr/>
            <p:nvPr/>
          </p:nvSpPr>
          <p:spPr>
            <a:xfrm rot="1800000">
              <a:off x="6476346" y="4349028"/>
              <a:ext cx="126030" cy="341729"/>
            </a:xfrm>
            <a:custGeom>
              <a:avLst/>
              <a:gdLst>
                <a:gd name="connsiteX0" fmla="*/ 90029 w 126030"/>
                <a:gd name="connsiteY0" fmla="*/ 15595 h 341729"/>
                <a:gd name="connsiteX1" fmla="*/ 123273 w 126030"/>
                <a:gd name="connsiteY1" fmla="*/ 624 h 341729"/>
                <a:gd name="connsiteX2" fmla="*/ 126030 w 126030"/>
                <a:gd name="connsiteY2" fmla="*/ 0 h 341729"/>
                <a:gd name="connsiteX3" fmla="*/ 126030 w 126030"/>
                <a:gd name="connsiteY3" fmla="*/ 341729 h 341729"/>
                <a:gd name="connsiteX4" fmla="*/ 71426 w 126030"/>
                <a:gd name="connsiteY4" fmla="*/ 315085 h 341729"/>
                <a:gd name="connsiteX5" fmla="*/ 24144 w 126030"/>
                <a:gd name="connsiteY5" fmla="*/ 261480 h 341729"/>
                <a:gd name="connsiteX6" fmla="*/ 90029 w 126030"/>
                <a:gd name="connsiteY6" fmla="*/ 15595 h 341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030" h="341729">
                  <a:moveTo>
                    <a:pt x="90029" y="15595"/>
                  </a:moveTo>
                  <a:cubicBezTo>
                    <a:pt x="100791" y="9382"/>
                    <a:pt x="111927" y="4407"/>
                    <a:pt x="123273" y="624"/>
                  </a:cubicBezTo>
                  <a:lnTo>
                    <a:pt x="126030" y="0"/>
                  </a:lnTo>
                  <a:lnTo>
                    <a:pt x="126030" y="341729"/>
                  </a:lnTo>
                  <a:lnTo>
                    <a:pt x="71426" y="315085"/>
                  </a:lnTo>
                  <a:cubicBezTo>
                    <a:pt x="52771" y="300989"/>
                    <a:pt x="36571" y="283003"/>
                    <a:pt x="24144" y="261480"/>
                  </a:cubicBezTo>
                  <a:cubicBezTo>
                    <a:pt x="-25561" y="175388"/>
                    <a:pt x="3937" y="65301"/>
                    <a:pt x="90029" y="15595"/>
                  </a:cubicBezTo>
                  <a:close/>
                </a:path>
              </a:pathLst>
            </a:custGeom>
            <a:solidFill>
              <a:srgbClr val="FFA4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C081F082-315E-6369-D349-97A604E56DD1}"/>
                </a:ext>
              </a:extLst>
            </p:cNvPr>
            <p:cNvSpPr/>
            <p:nvPr/>
          </p:nvSpPr>
          <p:spPr>
            <a:xfrm rot="1800000">
              <a:off x="6678406" y="4467107"/>
              <a:ext cx="126028" cy="341728"/>
            </a:xfrm>
            <a:custGeom>
              <a:avLst/>
              <a:gdLst>
                <a:gd name="connsiteX0" fmla="*/ 0 w 126028"/>
                <a:gd name="connsiteY0" fmla="*/ 0 h 341728"/>
                <a:gd name="connsiteX1" fmla="*/ 54602 w 126028"/>
                <a:gd name="connsiteY1" fmla="*/ 26644 h 341728"/>
                <a:gd name="connsiteX2" fmla="*/ 101884 w 126028"/>
                <a:gd name="connsiteY2" fmla="*/ 80249 h 341728"/>
                <a:gd name="connsiteX3" fmla="*/ 35999 w 126028"/>
                <a:gd name="connsiteY3" fmla="*/ 326134 h 341728"/>
                <a:gd name="connsiteX4" fmla="*/ 2755 w 126028"/>
                <a:gd name="connsiteY4" fmla="*/ 341105 h 341728"/>
                <a:gd name="connsiteX5" fmla="*/ 0 w 126028"/>
                <a:gd name="connsiteY5" fmla="*/ 341728 h 341728"/>
                <a:gd name="connsiteX6" fmla="*/ 0 w 126028"/>
                <a:gd name="connsiteY6" fmla="*/ 0 h 341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028" h="341728">
                  <a:moveTo>
                    <a:pt x="0" y="0"/>
                  </a:moveTo>
                  <a:lnTo>
                    <a:pt x="54602" y="26644"/>
                  </a:lnTo>
                  <a:cubicBezTo>
                    <a:pt x="73257" y="40740"/>
                    <a:pt x="89457" y="58726"/>
                    <a:pt x="101884" y="80249"/>
                  </a:cubicBezTo>
                  <a:cubicBezTo>
                    <a:pt x="151589" y="166341"/>
                    <a:pt x="122091" y="276428"/>
                    <a:pt x="35999" y="326134"/>
                  </a:cubicBezTo>
                  <a:cubicBezTo>
                    <a:pt x="25237" y="332347"/>
                    <a:pt x="14101" y="337322"/>
                    <a:pt x="2755" y="341105"/>
                  </a:cubicBezTo>
                  <a:lnTo>
                    <a:pt x="0" y="3417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511DB84E-6FF7-1CFA-234D-F3F3060A6B87}"/>
              </a:ext>
            </a:extLst>
          </p:cNvPr>
          <p:cNvSpPr/>
          <p:nvPr/>
        </p:nvSpPr>
        <p:spPr>
          <a:xfrm>
            <a:off x="4201331" y="3226376"/>
            <a:ext cx="360000" cy="360000"/>
          </a:xfrm>
          <a:prstGeom prst="ellipse">
            <a:avLst/>
          </a:prstGeom>
          <a:gradFill flip="none" rotWithShape="1">
            <a:gsLst>
              <a:gs pos="60000">
                <a:srgbClr val="92D050"/>
              </a:gs>
              <a:gs pos="40000">
                <a:srgbClr val="FFC000"/>
              </a:gs>
              <a:gs pos="20000">
                <a:srgbClr val="FF7E79"/>
              </a:gs>
              <a:gs pos="80000">
                <a:schemeClr val="accent1">
                  <a:lumMod val="60000"/>
                  <a:lumOff val="40000"/>
                </a:schemeClr>
              </a:gs>
            </a:gsLst>
            <a:lin ang="18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644064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Rectangle 231">
            <a:extLst>
              <a:ext uri="{FF2B5EF4-FFF2-40B4-BE49-F238E27FC236}">
                <a16:creationId xmlns:a16="http://schemas.microsoft.com/office/drawing/2014/main" id="{67CECEE6-C9B7-9B6E-3FC3-5497BE41F77C}"/>
              </a:ext>
            </a:extLst>
          </p:cNvPr>
          <p:cNvSpPr/>
          <p:nvPr/>
        </p:nvSpPr>
        <p:spPr>
          <a:xfrm>
            <a:off x="2320026" y="2882870"/>
            <a:ext cx="360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CEAF35A-C0EC-3319-34BF-1A9736943AB2}"/>
              </a:ext>
            </a:extLst>
          </p:cNvPr>
          <p:cNvSpPr>
            <a:spLocks noChangeAspect="1"/>
          </p:cNvSpPr>
          <p:nvPr/>
        </p:nvSpPr>
        <p:spPr>
          <a:xfrm rot="5400000">
            <a:off x="9511974" y="3618127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0864157-F0FF-BDA2-A987-254096528737}"/>
              </a:ext>
            </a:extLst>
          </p:cNvPr>
          <p:cNvSpPr>
            <a:spLocks noChangeAspect="1"/>
          </p:cNvSpPr>
          <p:nvPr/>
        </p:nvSpPr>
        <p:spPr>
          <a:xfrm rot="5400000">
            <a:off x="6635859" y="3618127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59CA7256-E7F4-B930-0B8E-676E26BF5A24}"/>
              </a:ext>
            </a:extLst>
          </p:cNvPr>
          <p:cNvSpPr>
            <a:spLocks noChangeAspect="1"/>
          </p:cNvSpPr>
          <p:nvPr/>
        </p:nvSpPr>
        <p:spPr>
          <a:xfrm>
            <a:off x="5197248" y="361512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1107DA-119A-744E-EA05-97D00EE1DAA6}"/>
              </a:ext>
            </a:extLst>
          </p:cNvPr>
          <p:cNvSpPr>
            <a:spLocks noChangeAspect="1"/>
          </p:cNvSpPr>
          <p:nvPr/>
        </p:nvSpPr>
        <p:spPr>
          <a:xfrm rot="5400000">
            <a:off x="8074470" y="434738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C32527-D057-B38A-7D73-FA30DDDA593C}"/>
              </a:ext>
            </a:extLst>
          </p:cNvPr>
          <p:cNvSpPr/>
          <p:nvPr/>
        </p:nvSpPr>
        <p:spPr>
          <a:xfrm>
            <a:off x="2320026" y="2882870"/>
            <a:ext cx="360000" cy="360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F95CC85-5B0B-B1B2-27E1-9694BA00BC02}"/>
              </a:ext>
            </a:extLst>
          </p:cNvPr>
          <p:cNvSpPr>
            <a:spLocks noChangeAspect="1"/>
          </p:cNvSpPr>
          <p:nvPr/>
        </p:nvSpPr>
        <p:spPr>
          <a:xfrm>
            <a:off x="5197248" y="2150611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4B4544B-0EA6-570B-AC09-8A9C2962A1CB}"/>
              </a:ext>
            </a:extLst>
          </p:cNvPr>
          <p:cNvCxnSpPr>
            <a:cxnSpLocks/>
          </p:cNvCxnSpPr>
          <p:nvPr/>
        </p:nvCxnSpPr>
        <p:spPr>
          <a:xfrm flipH="1">
            <a:off x="5269248" y="2459612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5CADD22-964F-31F5-B93A-B7C178B1888A}"/>
              </a:ext>
            </a:extLst>
          </p:cNvPr>
          <p:cNvCxnSpPr>
            <a:cxnSpLocks/>
          </p:cNvCxnSpPr>
          <p:nvPr/>
        </p:nvCxnSpPr>
        <p:spPr>
          <a:xfrm flipH="1">
            <a:off x="5269248" y="2329505"/>
            <a:ext cx="216000" cy="0"/>
          </a:xfrm>
          <a:prstGeom prst="line">
            <a:avLst/>
          </a:prstGeom>
          <a:ln w="50800" cap="rnd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0EB50F5-440E-2C4E-1375-7A2A7A1DEE0C}"/>
              </a:ext>
            </a:extLst>
          </p:cNvPr>
          <p:cNvCxnSpPr>
            <a:cxnSpLocks/>
          </p:cNvCxnSpPr>
          <p:nvPr/>
        </p:nvCxnSpPr>
        <p:spPr>
          <a:xfrm flipH="1">
            <a:off x="5269248" y="2199398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CB36777-A551-8861-B0B8-6616B8531136}"/>
              </a:ext>
            </a:extLst>
          </p:cNvPr>
          <p:cNvGrpSpPr/>
          <p:nvPr/>
        </p:nvGrpSpPr>
        <p:grpSpPr>
          <a:xfrm>
            <a:off x="5249316" y="2285611"/>
            <a:ext cx="90000" cy="90000"/>
            <a:chOff x="8110168" y="3207621"/>
            <a:chExt cx="72000" cy="7200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13B8AFC-F4E6-50A0-27DA-72301A47C1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10168" y="3207621"/>
              <a:ext cx="72000" cy="72000"/>
            </a:xfrm>
            <a:prstGeom prst="line">
              <a:avLst/>
            </a:prstGeom>
            <a:ln w="25400" cap="rnd">
              <a:solidFill>
                <a:srgbClr val="FF4C4C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DB1D170-FB83-3EF8-FBEF-ADD73D96B5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10168" y="3207621"/>
              <a:ext cx="72000" cy="72000"/>
            </a:xfrm>
            <a:prstGeom prst="line">
              <a:avLst/>
            </a:prstGeom>
            <a:ln w="25400" cap="rnd">
              <a:solidFill>
                <a:srgbClr val="FF4C4C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" name="Rectangle 103">
            <a:extLst>
              <a:ext uri="{FF2B5EF4-FFF2-40B4-BE49-F238E27FC236}">
                <a16:creationId xmlns:a16="http://schemas.microsoft.com/office/drawing/2014/main" id="{138492B9-BB38-054B-BDFB-BE9A978F8A0B}"/>
              </a:ext>
            </a:extLst>
          </p:cNvPr>
          <p:cNvSpPr>
            <a:spLocks noChangeAspect="1"/>
          </p:cNvSpPr>
          <p:nvPr/>
        </p:nvSpPr>
        <p:spPr>
          <a:xfrm>
            <a:off x="5197248" y="2882870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D795F848-CF33-D554-E9E9-C32C53647C24}"/>
              </a:ext>
            </a:extLst>
          </p:cNvPr>
          <p:cNvGrpSpPr/>
          <p:nvPr/>
        </p:nvGrpSpPr>
        <p:grpSpPr>
          <a:xfrm>
            <a:off x="5219405" y="3113096"/>
            <a:ext cx="108000" cy="108000"/>
            <a:chOff x="8128436" y="3633355"/>
            <a:chExt cx="72000" cy="72000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2C681EEE-E12F-77D4-4EC2-1185AB1181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28436" y="3669355"/>
              <a:ext cx="72000" cy="0"/>
            </a:xfrm>
            <a:prstGeom prst="line">
              <a:avLst/>
            </a:prstGeom>
            <a:ln w="25400" cap="rnd">
              <a:solidFill>
                <a:srgbClr val="FF4C4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8D0E2E1E-CB86-D848-E7B5-36D4CBCACA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64436" y="3633355"/>
              <a:ext cx="0" cy="72000"/>
            </a:xfrm>
            <a:prstGeom prst="line">
              <a:avLst/>
            </a:prstGeom>
            <a:ln w="25400" cap="rnd">
              <a:solidFill>
                <a:srgbClr val="FF4C4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0E5C21D-827C-8A86-1CBB-02D7FEBA4C16}"/>
              </a:ext>
            </a:extLst>
          </p:cNvPr>
          <p:cNvCxnSpPr>
            <a:cxnSpLocks/>
          </p:cNvCxnSpPr>
          <p:nvPr/>
        </p:nvCxnSpPr>
        <p:spPr>
          <a:xfrm flipH="1">
            <a:off x="5377248" y="3171267"/>
            <a:ext cx="108000" cy="0"/>
          </a:xfrm>
          <a:prstGeom prst="line">
            <a:avLst/>
          </a:prstGeom>
          <a:solidFill>
            <a:schemeClr val="bg1"/>
          </a:solidFill>
          <a:ln w="50800" cap="rnd">
            <a:solidFill>
              <a:srgbClr val="FF4C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E3B070E-8AE0-4D4A-920B-B9FD455D716B}"/>
              </a:ext>
            </a:extLst>
          </p:cNvPr>
          <p:cNvCxnSpPr>
            <a:cxnSpLocks/>
          </p:cNvCxnSpPr>
          <p:nvPr/>
        </p:nvCxnSpPr>
        <p:spPr>
          <a:xfrm flipH="1">
            <a:off x="5269248" y="3061764"/>
            <a:ext cx="216000" cy="0"/>
          </a:xfrm>
          <a:prstGeom prst="line">
            <a:avLst/>
          </a:prstGeom>
          <a:solidFill>
            <a:schemeClr val="bg1"/>
          </a:solidFill>
          <a:ln w="50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5A17A36C-27AF-907F-971B-E1A16A86ED63}"/>
              </a:ext>
            </a:extLst>
          </p:cNvPr>
          <p:cNvCxnSpPr>
            <a:cxnSpLocks/>
          </p:cNvCxnSpPr>
          <p:nvPr/>
        </p:nvCxnSpPr>
        <p:spPr>
          <a:xfrm flipH="1">
            <a:off x="5269248" y="2931657"/>
            <a:ext cx="216000" cy="0"/>
          </a:xfrm>
          <a:prstGeom prst="line">
            <a:avLst/>
          </a:prstGeom>
          <a:solidFill>
            <a:schemeClr val="bg1"/>
          </a:solidFill>
          <a:ln w="50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riangle 64">
            <a:extLst>
              <a:ext uri="{FF2B5EF4-FFF2-40B4-BE49-F238E27FC236}">
                <a16:creationId xmlns:a16="http://schemas.microsoft.com/office/drawing/2014/main" id="{47863950-3E13-B5C2-6654-55DD9BDB8017}"/>
              </a:ext>
            </a:extLst>
          </p:cNvPr>
          <p:cNvSpPr/>
          <p:nvPr/>
        </p:nvSpPr>
        <p:spPr>
          <a:xfrm rot="5400000">
            <a:off x="5216517" y="3723129"/>
            <a:ext cx="108000" cy="144000"/>
          </a:xfrm>
          <a:prstGeom prst="triangle">
            <a:avLst/>
          </a:prstGeom>
          <a:solidFill>
            <a:srgbClr val="FF4C4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0BDE857B-9D99-2DC7-6C93-0A9F83F1BB13}"/>
              </a:ext>
            </a:extLst>
          </p:cNvPr>
          <p:cNvCxnSpPr>
            <a:cxnSpLocks/>
          </p:cNvCxnSpPr>
          <p:nvPr/>
        </p:nvCxnSpPr>
        <p:spPr>
          <a:xfrm flipH="1">
            <a:off x="5269248" y="3924130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C78F813-A55D-C737-AC96-A62C5D738FDE}"/>
              </a:ext>
            </a:extLst>
          </p:cNvPr>
          <p:cNvCxnSpPr>
            <a:cxnSpLocks/>
          </p:cNvCxnSpPr>
          <p:nvPr/>
        </p:nvCxnSpPr>
        <p:spPr>
          <a:xfrm flipH="1">
            <a:off x="5377248" y="3794023"/>
            <a:ext cx="108000" cy="0"/>
          </a:xfrm>
          <a:prstGeom prst="line">
            <a:avLst/>
          </a:prstGeom>
          <a:ln w="50800" cap="rnd">
            <a:solidFill>
              <a:srgbClr val="FF4C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96E80594-DB55-16B5-8CA5-6C3CF6681106}"/>
              </a:ext>
            </a:extLst>
          </p:cNvPr>
          <p:cNvCxnSpPr>
            <a:cxnSpLocks/>
          </p:cNvCxnSpPr>
          <p:nvPr/>
        </p:nvCxnSpPr>
        <p:spPr>
          <a:xfrm flipH="1">
            <a:off x="5269248" y="3663916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ectangle 133">
            <a:extLst>
              <a:ext uri="{FF2B5EF4-FFF2-40B4-BE49-F238E27FC236}">
                <a16:creationId xmlns:a16="http://schemas.microsoft.com/office/drawing/2014/main" id="{89CABC35-B9DF-5C1E-B4A4-ACCD2A4858B7}"/>
              </a:ext>
            </a:extLst>
          </p:cNvPr>
          <p:cNvSpPr>
            <a:spLocks noChangeAspect="1"/>
          </p:cNvSpPr>
          <p:nvPr/>
        </p:nvSpPr>
        <p:spPr>
          <a:xfrm>
            <a:off x="5197248" y="434738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92D1FFBE-8553-67F6-89FE-5F030C362CBC}"/>
              </a:ext>
            </a:extLst>
          </p:cNvPr>
          <p:cNvCxnSpPr>
            <a:cxnSpLocks/>
          </p:cNvCxnSpPr>
          <p:nvPr/>
        </p:nvCxnSpPr>
        <p:spPr>
          <a:xfrm flipH="1">
            <a:off x="5215248" y="4527389"/>
            <a:ext cx="324000" cy="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AC2090C1-5D7A-4E89-0875-4EDEAD3886AA}"/>
              </a:ext>
            </a:extLst>
          </p:cNvPr>
          <p:cNvCxnSpPr>
            <a:cxnSpLocks/>
          </p:cNvCxnSpPr>
          <p:nvPr/>
        </p:nvCxnSpPr>
        <p:spPr>
          <a:xfrm>
            <a:off x="5377248" y="4365389"/>
            <a:ext cx="0" cy="32400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6DBA3277-581C-63D2-424D-E32005F6F523}"/>
              </a:ext>
            </a:extLst>
          </p:cNvPr>
          <p:cNvSpPr/>
          <p:nvPr/>
        </p:nvSpPr>
        <p:spPr>
          <a:xfrm>
            <a:off x="5323248" y="4473389"/>
            <a:ext cx="108000" cy="108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127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50562285-8ED0-0F70-A24D-3A54E26A4849}"/>
              </a:ext>
            </a:extLst>
          </p:cNvPr>
          <p:cNvSpPr>
            <a:spLocks noChangeAspect="1"/>
          </p:cNvSpPr>
          <p:nvPr/>
        </p:nvSpPr>
        <p:spPr>
          <a:xfrm rot="5400000">
            <a:off x="6635859" y="2150611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4FD870D1-2241-9870-6627-A60DB8D0E3ED}"/>
              </a:ext>
            </a:extLst>
          </p:cNvPr>
          <p:cNvCxnSpPr>
            <a:cxnSpLocks/>
          </p:cNvCxnSpPr>
          <p:nvPr/>
        </p:nvCxnSpPr>
        <p:spPr>
          <a:xfrm rot="5400000" flipH="1">
            <a:off x="6578858" y="2330611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0EFB59CC-6735-E034-B957-A65A6D8BD253}"/>
              </a:ext>
            </a:extLst>
          </p:cNvPr>
          <p:cNvCxnSpPr>
            <a:cxnSpLocks/>
          </p:cNvCxnSpPr>
          <p:nvPr/>
        </p:nvCxnSpPr>
        <p:spPr>
          <a:xfrm rot="5400000" flipH="1">
            <a:off x="6708965" y="2330611"/>
            <a:ext cx="216000" cy="0"/>
          </a:xfrm>
          <a:prstGeom prst="line">
            <a:avLst/>
          </a:prstGeom>
          <a:ln w="50800" cap="rnd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FB7664AE-2D32-E618-BB16-55816B7E0BB0}"/>
              </a:ext>
            </a:extLst>
          </p:cNvPr>
          <p:cNvCxnSpPr>
            <a:cxnSpLocks/>
          </p:cNvCxnSpPr>
          <p:nvPr/>
        </p:nvCxnSpPr>
        <p:spPr>
          <a:xfrm rot="5400000" flipH="1">
            <a:off x="6839072" y="2330611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4517885F-70CB-D662-AA24-15FC5C74842D}"/>
              </a:ext>
            </a:extLst>
          </p:cNvPr>
          <p:cNvGrpSpPr/>
          <p:nvPr/>
        </p:nvGrpSpPr>
        <p:grpSpPr>
          <a:xfrm rot="5400000">
            <a:off x="6770859" y="2202679"/>
            <a:ext cx="90000" cy="90000"/>
            <a:chOff x="8110168" y="3207621"/>
            <a:chExt cx="72000" cy="72000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F865ECCF-22B7-CFD5-64A7-6404DB0CF7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10168" y="3207621"/>
              <a:ext cx="72000" cy="72000"/>
            </a:xfrm>
            <a:prstGeom prst="line">
              <a:avLst/>
            </a:prstGeom>
            <a:ln w="25400" cap="rnd">
              <a:solidFill>
                <a:srgbClr val="FF4C4C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0E8216CB-3EAA-0C69-FDE7-795A06105C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10168" y="3207621"/>
              <a:ext cx="72000" cy="72000"/>
            </a:xfrm>
            <a:prstGeom prst="line">
              <a:avLst/>
            </a:prstGeom>
            <a:ln w="25400" cap="rnd">
              <a:solidFill>
                <a:srgbClr val="FF4C4C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2" name="Rectangle 151">
            <a:extLst>
              <a:ext uri="{FF2B5EF4-FFF2-40B4-BE49-F238E27FC236}">
                <a16:creationId xmlns:a16="http://schemas.microsoft.com/office/drawing/2014/main" id="{55DEC552-B9B8-BB06-230F-F69A751D3F26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6635859" y="288436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2EA6F1B4-9F33-5CEE-1005-C450DF15CE4E}"/>
              </a:ext>
            </a:extLst>
          </p:cNvPr>
          <p:cNvGrpSpPr/>
          <p:nvPr/>
        </p:nvGrpSpPr>
        <p:grpSpPr>
          <a:xfrm rot="16200000" flipH="1">
            <a:off x="6866085" y="2906526"/>
            <a:ext cx="108000" cy="108000"/>
            <a:chOff x="8128436" y="3633355"/>
            <a:chExt cx="72000" cy="72000"/>
          </a:xfrm>
        </p:grpSpPr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F7AF53E6-D5AE-94C7-6684-61E333E1AB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28436" y="3669355"/>
              <a:ext cx="72000" cy="0"/>
            </a:xfrm>
            <a:prstGeom prst="line">
              <a:avLst/>
            </a:prstGeom>
            <a:ln w="25400" cap="rnd">
              <a:solidFill>
                <a:srgbClr val="FF4C4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F43B0D1-961B-479A-E102-47AA839E78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64436" y="3633355"/>
              <a:ext cx="0" cy="72000"/>
            </a:xfrm>
            <a:prstGeom prst="line">
              <a:avLst/>
            </a:prstGeom>
            <a:ln w="25400" cap="rnd">
              <a:solidFill>
                <a:srgbClr val="FF4C4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9F5ECEC0-74C6-1AAF-47D4-68910CD6E95D}"/>
              </a:ext>
            </a:extLst>
          </p:cNvPr>
          <p:cNvCxnSpPr>
            <a:cxnSpLocks/>
          </p:cNvCxnSpPr>
          <p:nvPr/>
        </p:nvCxnSpPr>
        <p:spPr>
          <a:xfrm rot="16200000">
            <a:off x="6866085" y="3118369"/>
            <a:ext cx="108000" cy="0"/>
          </a:xfrm>
          <a:prstGeom prst="line">
            <a:avLst/>
          </a:prstGeom>
          <a:ln w="50800" cap="rnd">
            <a:solidFill>
              <a:srgbClr val="FF4C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9EA424B0-812A-F844-CAB5-8D51ED323CBC}"/>
              </a:ext>
            </a:extLst>
          </p:cNvPr>
          <p:cNvCxnSpPr>
            <a:cxnSpLocks/>
          </p:cNvCxnSpPr>
          <p:nvPr/>
        </p:nvCxnSpPr>
        <p:spPr>
          <a:xfrm rot="16200000">
            <a:off x="6706753" y="3064369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3F7CD258-1051-04EE-098E-7031C4C1221C}"/>
              </a:ext>
            </a:extLst>
          </p:cNvPr>
          <p:cNvCxnSpPr>
            <a:cxnSpLocks/>
          </p:cNvCxnSpPr>
          <p:nvPr/>
        </p:nvCxnSpPr>
        <p:spPr>
          <a:xfrm rot="16200000">
            <a:off x="6576646" y="3064369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riangle 160">
            <a:extLst>
              <a:ext uri="{FF2B5EF4-FFF2-40B4-BE49-F238E27FC236}">
                <a16:creationId xmlns:a16="http://schemas.microsoft.com/office/drawing/2014/main" id="{42ABFE79-8EAA-8209-5957-A1B40CDC1A3C}"/>
              </a:ext>
            </a:extLst>
          </p:cNvPr>
          <p:cNvSpPr/>
          <p:nvPr/>
        </p:nvSpPr>
        <p:spPr>
          <a:xfrm rot="10800000">
            <a:off x="6761859" y="3619396"/>
            <a:ext cx="108000" cy="144000"/>
          </a:xfrm>
          <a:prstGeom prst="triangle">
            <a:avLst/>
          </a:prstGeom>
          <a:solidFill>
            <a:srgbClr val="FF4C4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C2CD808-72E9-6ADF-47E3-08C569D1790B}"/>
              </a:ext>
            </a:extLst>
          </p:cNvPr>
          <p:cNvCxnSpPr>
            <a:cxnSpLocks/>
          </p:cNvCxnSpPr>
          <p:nvPr/>
        </p:nvCxnSpPr>
        <p:spPr>
          <a:xfrm rot="5400000" flipH="1">
            <a:off x="6577752" y="3798127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DBE84BCF-6FB9-7146-120D-648855170912}"/>
              </a:ext>
            </a:extLst>
          </p:cNvPr>
          <p:cNvCxnSpPr>
            <a:cxnSpLocks/>
          </p:cNvCxnSpPr>
          <p:nvPr/>
        </p:nvCxnSpPr>
        <p:spPr>
          <a:xfrm rot="5400000" flipH="1">
            <a:off x="6761859" y="3852127"/>
            <a:ext cx="108000" cy="0"/>
          </a:xfrm>
          <a:prstGeom prst="line">
            <a:avLst/>
          </a:prstGeom>
          <a:ln w="50800" cap="rnd">
            <a:solidFill>
              <a:srgbClr val="FF4C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118EDE67-EDCE-F40D-73AA-AB950C3002B4}"/>
              </a:ext>
            </a:extLst>
          </p:cNvPr>
          <p:cNvCxnSpPr>
            <a:cxnSpLocks/>
          </p:cNvCxnSpPr>
          <p:nvPr/>
        </p:nvCxnSpPr>
        <p:spPr>
          <a:xfrm rot="5400000" flipH="1">
            <a:off x="6837966" y="3798127"/>
            <a:ext cx="216000" cy="0"/>
          </a:xfrm>
          <a:prstGeom prst="line">
            <a:avLst/>
          </a:prstGeom>
          <a:ln w="508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 168">
            <a:extLst>
              <a:ext uri="{FF2B5EF4-FFF2-40B4-BE49-F238E27FC236}">
                <a16:creationId xmlns:a16="http://schemas.microsoft.com/office/drawing/2014/main" id="{84544B99-A28F-797C-A536-A4653D5AED76}"/>
              </a:ext>
            </a:extLst>
          </p:cNvPr>
          <p:cNvSpPr>
            <a:spLocks noChangeAspect="1"/>
          </p:cNvSpPr>
          <p:nvPr/>
        </p:nvSpPr>
        <p:spPr>
          <a:xfrm>
            <a:off x="3758637" y="2150611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EEDCE611-452E-F100-CACF-C320BB506196}"/>
              </a:ext>
            </a:extLst>
          </p:cNvPr>
          <p:cNvCxnSpPr>
            <a:cxnSpLocks/>
          </p:cNvCxnSpPr>
          <p:nvPr/>
        </p:nvCxnSpPr>
        <p:spPr>
          <a:xfrm>
            <a:off x="3877313" y="2441824"/>
            <a:ext cx="8785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Right Bracket 170">
            <a:extLst>
              <a:ext uri="{FF2B5EF4-FFF2-40B4-BE49-F238E27FC236}">
                <a16:creationId xmlns:a16="http://schemas.microsoft.com/office/drawing/2014/main" id="{6CC597DB-8D0A-09DE-E7DD-E115B93D1ED5}"/>
              </a:ext>
            </a:extLst>
          </p:cNvPr>
          <p:cNvSpPr/>
          <p:nvPr/>
        </p:nvSpPr>
        <p:spPr>
          <a:xfrm>
            <a:off x="3965163" y="2265898"/>
            <a:ext cx="87850" cy="175926"/>
          </a:xfrm>
          <a:prstGeom prst="rightBracket">
            <a:avLst>
              <a:gd name="adj" fmla="val 100129"/>
            </a:avLst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54D69AB9-EBA9-8987-DE49-40E9E3823474}"/>
              </a:ext>
            </a:extLst>
          </p:cNvPr>
          <p:cNvCxnSpPr>
            <a:cxnSpLocks/>
          </p:cNvCxnSpPr>
          <p:nvPr/>
        </p:nvCxnSpPr>
        <p:spPr>
          <a:xfrm>
            <a:off x="3815025" y="2265898"/>
            <a:ext cx="150138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headEnd type="triangl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Rectangle 173">
            <a:extLst>
              <a:ext uri="{FF2B5EF4-FFF2-40B4-BE49-F238E27FC236}">
                <a16:creationId xmlns:a16="http://schemas.microsoft.com/office/drawing/2014/main" id="{A730111A-0173-5419-CA92-E3F89633F5AE}"/>
              </a:ext>
            </a:extLst>
          </p:cNvPr>
          <p:cNvSpPr>
            <a:spLocks noChangeAspect="1"/>
          </p:cNvSpPr>
          <p:nvPr/>
        </p:nvSpPr>
        <p:spPr>
          <a:xfrm>
            <a:off x="3758637" y="2882870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99388D19-AE6F-3F4C-E613-254CA59D60B2}"/>
              </a:ext>
            </a:extLst>
          </p:cNvPr>
          <p:cNvCxnSpPr>
            <a:cxnSpLocks/>
          </p:cNvCxnSpPr>
          <p:nvPr/>
        </p:nvCxnSpPr>
        <p:spPr>
          <a:xfrm flipH="1">
            <a:off x="3921347" y="3170208"/>
            <a:ext cx="8785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ight Bracket 175">
            <a:extLst>
              <a:ext uri="{FF2B5EF4-FFF2-40B4-BE49-F238E27FC236}">
                <a16:creationId xmlns:a16="http://schemas.microsoft.com/office/drawing/2014/main" id="{D0C563BB-BF5B-04D4-55A1-BD14B34A74B8}"/>
              </a:ext>
            </a:extLst>
          </p:cNvPr>
          <p:cNvSpPr/>
          <p:nvPr/>
        </p:nvSpPr>
        <p:spPr>
          <a:xfrm flipH="1">
            <a:off x="3833497" y="2994282"/>
            <a:ext cx="87850" cy="175926"/>
          </a:xfrm>
          <a:prstGeom prst="rightBracket">
            <a:avLst>
              <a:gd name="adj" fmla="val 100129"/>
            </a:avLst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C2589DE2-3CB0-EFAA-FF14-8D807FA27687}"/>
              </a:ext>
            </a:extLst>
          </p:cNvPr>
          <p:cNvCxnSpPr>
            <a:cxnSpLocks/>
          </p:cNvCxnSpPr>
          <p:nvPr/>
        </p:nvCxnSpPr>
        <p:spPr>
          <a:xfrm flipH="1">
            <a:off x="3921347" y="2994282"/>
            <a:ext cx="150138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headEnd type="triangl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040373A8-94D0-3832-1F19-18D9419EC4DE}"/>
              </a:ext>
            </a:extLst>
          </p:cNvPr>
          <p:cNvSpPr>
            <a:spLocks noChangeAspect="1"/>
          </p:cNvSpPr>
          <p:nvPr/>
        </p:nvSpPr>
        <p:spPr>
          <a:xfrm>
            <a:off x="3758637" y="361512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044901E-98E4-003F-281A-CA51D1307AB4}"/>
              </a:ext>
            </a:extLst>
          </p:cNvPr>
          <p:cNvCxnSpPr>
            <a:cxnSpLocks/>
          </p:cNvCxnSpPr>
          <p:nvPr/>
        </p:nvCxnSpPr>
        <p:spPr>
          <a:xfrm flipH="1">
            <a:off x="3897625" y="3701081"/>
            <a:ext cx="36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32B32CA1-FFFB-E26E-191A-009F33B05A40}"/>
              </a:ext>
            </a:extLst>
          </p:cNvPr>
          <p:cNvCxnSpPr>
            <a:cxnSpLocks/>
          </p:cNvCxnSpPr>
          <p:nvPr/>
        </p:nvCxnSpPr>
        <p:spPr>
          <a:xfrm flipH="1">
            <a:off x="3897625" y="3770884"/>
            <a:ext cx="72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F91CF33-B38F-B80F-4CA4-17A4D0B9D8B0}"/>
              </a:ext>
            </a:extLst>
          </p:cNvPr>
          <p:cNvCxnSpPr>
            <a:cxnSpLocks/>
          </p:cNvCxnSpPr>
          <p:nvPr/>
        </p:nvCxnSpPr>
        <p:spPr>
          <a:xfrm flipH="1">
            <a:off x="3897625" y="3840687"/>
            <a:ext cx="108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FE48DE0D-27B9-D19B-E909-996F98D92A95}"/>
              </a:ext>
            </a:extLst>
          </p:cNvPr>
          <p:cNvCxnSpPr>
            <a:cxnSpLocks/>
          </p:cNvCxnSpPr>
          <p:nvPr/>
        </p:nvCxnSpPr>
        <p:spPr>
          <a:xfrm flipH="1">
            <a:off x="3897625" y="3910489"/>
            <a:ext cx="180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B3F421AE-CA58-85E3-90A8-2A2202ACF9EB}"/>
              </a:ext>
            </a:extLst>
          </p:cNvPr>
          <p:cNvGrpSpPr>
            <a:grpSpLocks/>
          </p:cNvGrpSpPr>
          <p:nvPr/>
        </p:nvGrpSpPr>
        <p:grpSpPr>
          <a:xfrm>
            <a:off x="3793667" y="3683374"/>
            <a:ext cx="72000" cy="250407"/>
            <a:chOff x="7015532" y="2828658"/>
            <a:chExt cx="72000" cy="250407"/>
          </a:xfrm>
        </p:grpSpPr>
        <p:sp>
          <p:nvSpPr>
            <p:cNvPr id="185" name="Right Triangle 184">
              <a:extLst>
                <a:ext uri="{FF2B5EF4-FFF2-40B4-BE49-F238E27FC236}">
                  <a16:creationId xmlns:a16="http://schemas.microsoft.com/office/drawing/2014/main" id="{289B77CA-DCD4-2602-92C6-9E8D32A3D9DA}"/>
                </a:ext>
              </a:extLst>
            </p:cNvPr>
            <p:cNvSpPr/>
            <p:nvPr/>
          </p:nvSpPr>
          <p:spPr>
            <a:xfrm rot="10800000">
              <a:off x="7015532" y="2971065"/>
              <a:ext cx="72000" cy="108000"/>
            </a:xfrm>
            <a:prstGeom prst="rtTriangle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6A8D950C-CE31-105F-B6EE-01F2A4AAB8BB}"/>
                </a:ext>
              </a:extLst>
            </p:cNvPr>
            <p:cNvSpPr/>
            <p:nvPr/>
          </p:nvSpPr>
          <p:spPr>
            <a:xfrm>
              <a:off x="7051532" y="2828658"/>
              <a:ext cx="36000" cy="18000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</p:grpSp>
      <p:sp>
        <p:nvSpPr>
          <p:cNvPr id="188" name="Rectangle 187">
            <a:extLst>
              <a:ext uri="{FF2B5EF4-FFF2-40B4-BE49-F238E27FC236}">
                <a16:creationId xmlns:a16="http://schemas.microsoft.com/office/drawing/2014/main" id="{A8A2B4CF-7A46-6E3A-59D0-F4B439EB45EE}"/>
              </a:ext>
            </a:extLst>
          </p:cNvPr>
          <p:cNvSpPr>
            <a:spLocks noChangeAspect="1"/>
          </p:cNvSpPr>
          <p:nvPr/>
        </p:nvSpPr>
        <p:spPr>
          <a:xfrm>
            <a:off x="3758637" y="434738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0E315BF8-60B9-5851-DE5C-F8EECAD2BD9B}"/>
              </a:ext>
            </a:extLst>
          </p:cNvPr>
          <p:cNvCxnSpPr>
            <a:cxnSpLocks/>
          </p:cNvCxnSpPr>
          <p:nvPr/>
        </p:nvCxnSpPr>
        <p:spPr>
          <a:xfrm flipH="1">
            <a:off x="3897625" y="4642749"/>
            <a:ext cx="36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69BF8B04-285F-DC54-C682-C22D6AB93A97}"/>
              </a:ext>
            </a:extLst>
          </p:cNvPr>
          <p:cNvCxnSpPr>
            <a:cxnSpLocks/>
          </p:cNvCxnSpPr>
          <p:nvPr/>
        </p:nvCxnSpPr>
        <p:spPr>
          <a:xfrm flipH="1">
            <a:off x="3897625" y="4572947"/>
            <a:ext cx="72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3F2C7123-8560-5C63-C947-12D4020DC68C}"/>
              </a:ext>
            </a:extLst>
          </p:cNvPr>
          <p:cNvCxnSpPr>
            <a:cxnSpLocks/>
          </p:cNvCxnSpPr>
          <p:nvPr/>
        </p:nvCxnSpPr>
        <p:spPr>
          <a:xfrm flipH="1">
            <a:off x="3897625" y="4503144"/>
            <a:ext cx="108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42DE51D0-B82F-87F3-652D-AA6322B97173}"/>
              </a:ext>
            </a:extLst>
          </p:cNvPr>
          <p:cNvCxnSpPr>
            <a:cxnSpLocks/>
          </p:cNvCxnSpPr>
          <p:nvPr/>
        </p:nvCxnSpPr>
        <p:spPr>
          <a:xfrm flipH="1">
            <a:off x="3897625" y="4433341"/>
            <a:ext cx="18000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61C42E8C-CF5D-73A9-9C45-BD9AED7F87B4}"/>
              </a:ext>
            </a:extLst>
          </p:cNvPr>
          <p:cNvGrpSpPr>
            <a:grpSpLocks/>
          </p:cNvGrpSpPr>
          <p:nvPr/>
        </p:nvGrpSpPr>
        <p:grpSpPr>
          <a:xfrm>
            <a:off x="3793667" y="4415634"/>
            <a:ext cx="72000" cy="250407"/>
            <a:chOff x="7015532" y="2828658"/>
            <a:chExt cx="72000" cy="250407"/>
          </a:xfrm>
        </p:grpSpPr>
        <p:sp>
          <p:nvSpPr>
            <p:cNvPr id="194" name="Right Triangle 193">
              <a:extLst>
                <a:ext uri="{FF2B5EF4-FFF2-40B4-BE49-F238E27FC236}">
                  <a16:creationId xmlns:a16="http://schemas.microsoft.com/office/drawing/2014/main" id="{B5D7238E-B576-1B7B-DB4F-C74642FE6340}"/>
                </a:ext>
              </a:extLst>
            </p:cNvPr>
            <p:cNvSpPr/>
            <p:nvPr/>
          </p:nvSpPr>
          <p:spPr>
            <a:xfrm rot="10800000">
              <a:off x="7015532" y="2971065"/>
              <a:ext cx="72000" cy="108000"/>
            </a:xfrm>
            <a:prstGeom prst="rtTriangle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E308B496-0AFD-97FF-FBCE-6AAEB0447A6E}"/>
                </a:ext>
              </a:extLst>
            </p:cNvPr>
            <p:cNvSpPr/>
            <p:nvPr/>
          </p:nvSpPr>
          <p:spPr>
            <a:xfrm>
              <a:off x="7051532" y="2828658"/>
              <a:ext cx="36000" cy="18000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</p:grpSp>
      <p:sp>
        <p:nvSpPr>
          <p:cNvPr id="197" name="Freeform 196">
            <a:extLst>
              <a:ext uri="{FF2B5EF4-FFF2-40B4-BE49-F238E27FC236}">
                <a16:creationId xmlns:a16="http://schemas.microsoft.com/office/drawing/2014/main" id="{01A96EF3-2E41-3A8B-6938-0BD8BDF70068}"/>
              </a:ext>
            </a:extLst>
          </p:cNvPr>
          <p:cNvSpPr>
            <a:spLocks/>
          </p:cNvSpPr>
          <p:nvPr/>
        </p:nvSpPr>
        <p:spPr>
          <a:xfrm>
            <a:off x="8074470" y="2150611"/>
            <a:ext cx="360000" cy="120000"/>
          </a:xfrm>
          <a:custGeom>
            <a:avLst/>
            <a:gdLst>
              <a:gd name="connsiteX0" fmla="*/ 72001 w 432000"/>
              <a:gd name="connsiteY0" fmla="*/ 0 h 144000"/>
              <a:gd name="connsiteX1" fmla="*/ 359999 w 432000"/>
              <a:gd name="connsiteY1" fmla="*/ 0 h 144000"/>
              <a:gd name="connsiteX2" fmla="*/ 432000 w 432000"/>
              <a:gd name="connsiteY2" fmla="*/ 72001 h 144000"/>
              <a:gd name="connsiteX3" fmla="*/ 432000 w 432000"/>
              <a:gd name="connsiteY3" fmla="*/ 144000 h 144000"/>
              <a:gd name="connsiteX4" fmla="*/ 0 w 432000"/>
              <a:gd name="connsiteY4" fmla="*/ 144000 h 144000"/>
              <a:gd name="connsiteX5" fmla="*/ 0 w 432000"/>
              <a:gd name="connsiteY5" fmla="*/ 72001 h 144000"/>
              <a:gd name="connsiteX6" fmla="*/ 72001 w 432000"/>
              <a:gd name="connsiteY6" fmla="*/ 0 h 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000" h="144000">
                <a:moveTo>
                  <a:pt x="72001" y="0"/>
                </a:moveTo>
                <a:lnTo>
                  <a:pt x="359999" y="0"/>
                </a:lnTo>
                <a:cubicBezTo>
                  <a:pt x="399764" y="0"/>
                  <a:pt x="432000" y="32236"/>
                  <a:pt x="432000" y="72001"/>
                </a:cubicBezTo>
                <a:lnTo>
                  <a:pt x="432000" y="144000"/>
                </a:lnTo>
                <a:lnTo>
                  <a:pt x="0" y="144000"/>
                </a:lnTo>
                <a:lnTo>
                  <a:pt x="0" y="72001"/>
                </a:lnTo>
                <a:cubicBezTo>
                  <a:pt x="0" y="32236"/>
                  <a:pt x="32236" y="0"/>
                  <a:pt x="72001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20FC231A-555C-3C27-DF1E-39E725D1506C}"/>
              </a:ext>
            </a:extLst>
          </p:cNvPr>
          <p:cNvSpPr>
            <a:spLocks/>
          </p:cNvSpPr>
          <p:nvPr/>
        </p:nvSpPr>
        <p:spPr>
          <a:xfrm>
            <a:off x="8074470" y="2390610"/>
            <a:ext cx="360000" cy="120001"/>
          </a:xfrm>
          <a:custGeom>
            <a:avLst/>
            <a:gdLst>
              <a:gd name="connsiteX0" fmla="*/ 0 w 432000"/>
              <a:gd name="connsiteY0" fmla="*/ 0 h 144001"/>
              <a:gd name="connsiteX1" fmla="*/ 432000 w 432000"/>
              <a:gd name="connsiteY1" fmla="*/ 0 h 144001"/>
              <a:gd name="connsiteX2" fmla="*/ 432000 w 432000"/>
              <a:gd name="connsiteY2" fmla="*/ 72000 h 144001"/>
              <a:gd name="connsiteX3" fmla="*/ 359999 w 432000"/>
              <a:gd name="connsiteY3" fmla="*/ 144001 h 144001"/>
              <a:gd name="connsiteX4" fmla="*/ 72001 w 432000"/>
              <a:gd name="connsiteY4" fmla="*/ 144001 h 144001"/>
              <a:gd name="connsiteX5" fmla="*/ 0 w 432000"/>
              <a:gd name="connsiteY5" fmla="*/ 72000 h 144001"/>
              <a:gd name="connsiteX6" fmla="*/ 0 w 432000"/>
              <a:gd name="connsiteY6" fmla="*/ 0 h 14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000" h="144001">
                <a:moveTo>
                  <a:pt x="0" y="0"/>
                </a:moveTo>
                <a:lnTo>
                  <a:pt x="432000" y="0"/>
                </a:lnTo>
                <a:lnTo>
                  <a:pt x="432000" y="72000"/>
                </a:lnTo>
                <a:cubicBezTo>
                  <a:pt x="432000" y="111765"/>
                  <a:pt x="399764" y="144001"/>
                  <a:pt x="359999" y="144001"/>
                </a:cubicBezTo>
                <a:lnTo>
                  <a:pt x="72001" y="144001"/>
                </a:lnTo>
                <a:cubicBezTo>
                  <a:pt x="32236" y="144001"/>
                  <a:pt x="0" y="111765"/>
                  <a:pt x="0" y="72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199" name="Freeform 198">
            <a:extLst>
              <a:ext uri="{FF2B5EF4-FFF2-40B4-BE49-F238E27FC236}">
                <a16:creationId xmlns:a16="http://schemas.microsoft.com/office/drawing/2014/main" id="{5C40E827-8DE9-C025-DA79-2EF382D18715}"/>
              </a:ext>
            </a:extLst>
          </p:cNvPr>
          <p:cNvSpPr>
            <a:spLocks/>
          </p:cNvSpPr>
          <p:nvPr/>
        </p:nvSpPr>
        <p:spPr>
          <a:xfrm>
            <a:off x="8074470" y="2270612"/>
            <a:ext cx="360000" cy="119999"/>
          </a:xfrm>
          <a:custGeom>
            <a:avLst/>
            <a:gdLst>
              <a:gd name="connsiteX0" fmla="*/ 0 w 432000"/>
              <a:gd name="connsiteY0" fmla="*/ 0 h 143999"/>
              <a:gd name="connsiteX1" fmla="*/ 432000 w 432000"/>
              <a:gd name="connsiteY1" fmla="*/ 0 h 143999"/>
              <a:gd name="connsiteX2" fmla="*/ 432000 w 432000"/>
              <a:gd name="connsiteY2" fmla="*/ 143999 h 143999"/>
              <a:gd name="connsiteX3" fmla="*/ 0 w 432000"/>
              <a:gd name="connsiteY3" fmla="*/ 143999 h 143999"/>
              <a:gd name="connsiteX4" fmla="*/ 0 w 432000"/>
              <a:gd name="connsiteY4" fmla="*/ 0 h 143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2000" h="143999">
                <a:moveTo>
                  <a:pt x="0" y="0"/>
                </a:moveTo>
                <a:lnTo>
                  <a:pt x="432000" y="0"/>
                </a:lnTo>
                <a:lnTo>
                  <a:pt x="432000" y="143999"/>
                </a:lnTo>
                <a:lnTo>
                  <a:pt x="0" y="143999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E71F3958-F9A8-6876-6378-30A027BB614E}"/>
              </a:ext>
            </a:extLst>
          </p:cNvPr>
          <p:cNvSpPr/>
          <p:nvPr/>
        </p:nvSpPr>
        <p:spPr>
          <a:xfrm>
            <a:off x="8254470" y="2884369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solidFill>
            <a:srgbClr val="FF7E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2" name="Freeform 201">
            <a:extLst>
              <a:ext uri="{FF2B5EF4-FFF2-40B4-BE49-F238E27FC236}">
                <a16:creationId xmlns:a16="http://schemas.microsoft.com/office/drawing/2014/main" id="{3412D64B-E23C-29DD-AC80-B1EDA0CBAC4F}"/>
              </a:ext>
            </a:extLst>
          </p:cNvPr>
          <p:cNvSpPr/>
          <p:nvPr/>
        </p:nvSpPr>
        <p:spPr>
          <a:xfrm rot="5400000">
            <a:off x="8254470" y="3064369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solidFill>
            <a:srgbClr val="006F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1F24A933-A07E-7559-BD33-CC79B9C820B9}"/>
              </a:ext>
            </a:extLst>
          </p:cNvPr>
          <p:cNvSpPr/>
          <p:nvPr/>
        </p:nvSpPr>
        <p:spPr>
          <a:xfrm rot="10800000">
            <a:off x="8074470" y="3064369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solidFill>
            <a:srgbClr val="00AE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64035B64-3EBF-32B3-DFB0-E2549D728F25}"/>
              </a:ext>
            </a:extLst>
          </p:cNvPr>
          <p:cNvSpPr/>
          <p:nvPr/>
        </p:nvSpPr>
        <p:spPr>
          <a:xfrm rot="16200000">
            <a:off x="8074470" y="2884369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8E9F5153-83CA-3182-8F0E-9651C00BD1CC}"/>
              </a:ext>
            </a:extLst>
          </p:cNvPr>
          <p:cNvSpPr/>
          <p:nvPr/>
        </p:nvSpPr>
        <p:spPr>
          <a:xfrm>
            <a:off x="8254470" y="3618127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655C8321-9197-FC30-FF61-A77840E8033C}"/>
              </a:ext>
            </a:extLst>
          </p:cNvPr>
          <p:cNvSpPr/>
          <p:nvPr/>
        </p:nvSpPr>
        <p:spPr>
          <a:xfrm rot="5400000">
            <a:off x="8254470" y="3798127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8" name="Freeform 207">
            <a:extLst>
              <a:ext uri="{FF2B5EF4-FFF2-40B4-BE49-F238E27FC236}">
                <a16:creationId xmlns:a16="http://schemas.microsoft.com/office/drawing/2014/main" id="{D72BEF3F-BA62-3C53-DDCC-4F0D8340DB0F}"/>
              </a:ext>
            </a:extLst>
          </p:cNvPr>
          <p:cNvSpPr/>
          <p:nvPr/>
        </p:nvSpPr>
        <p:spPr>
          <a:xfrm rot="10800000">
            <a:off x="8074470" y="3798127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BA945F15-1DB5-EB73-ADAA-2E8D77E9F04C}"/>
              </a:ext>
            </a:extLst>
          </p:cNvPr>
          <p:cNvSpPr/>
          <p:nvPr/>
        </p:nvSpPr>
        <p:spPr>
          <a:xfrm rot="16200000">
            <a:off x="8074470" y="3618127"/>
            <a:ext cx="180000" cy="180000"/>
          </a:xfrm>
          <a:custGeom>
            <a:avLst/>
            <a:gdLst>
              <a:gd name="connsiteX0" fmla="*/ 0 w 180000"/>
              <a:gd name="connsiteY0" fmla="*/ 0 h 180000"/>
              <a:gd name="connsiteX1" fmla="*/ 119999 w 180000"/>
              <a:gd name="connsiteY1" fmla="*/ 0 h 180000"/>
              <a:gd name="connsiteX2" fmla="*/ 180000 w 180000"/>
              <a:gd name="connsiteY2" fmla="*/ 60001 h 180000"/>
              <a:gd name="connsiteX3" fmla="*/ 180000 w 180000"/>
              <a:gd name="connsiteY3" fmla="*/ 180000 h 180000"/>
              <a:gd name="connsiteX4" fmla="*/ 0 w 180000"/>
              <a:gd name="connsiteY4" fmla="*/ 180000 h 180000"/>
              <a:gd name="connsiteX5" fmla="*/ 0 w 180000"/>
              <a:gd name="connsiteY5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000" h="180000">
                <a:moveTo>
                  <a:pt x="0" y="0"/>
                </a:moveTo>
                <a:lnTo>
                  <a:pt x="119999" y="0"/>
                </a:lnTo>
                <a:cubicBezTo>
                  <a:pt x="153137" y="0"/>
                  <a:pt x="180000" y="26863"/>
                  <a:pt x="180000" y="60001"/>
                </a:cubicBezTo>
                <a:lnTo>
                  <a:pt x="180000" y="180000"/>
                </a:lnTo>
                <a:lnTo>
                  <a:pt x="0" y="180000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BCE47AF0-FB16-E00F-6B55-E2E69276E184}"/>
              </a:ext>
            </a:extLst>
          </p:cNvPr>
          <p:cNvSpPr/>
          <p:nvPr/>
        </p:nvSpPr>
        <p:spPr>
          <a:xfrm>
            <a:off x="2320026" y="2150611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14" name="Right Arrow 213">
            <a:extLst>
              <a:ext uri="{FF2B5EF4-FFF2-40B4-BE49-F238E27FC236}">
                <a16:creationId xmlns:a16="http://schemas.microsoft.com/office/drawing/2014/main" id="{030401D0-E90D-AAA8-7C1C-C969DE18CA32}"/>
              </a:ext>
            </a:extLst>
          </p:cNvPr>
          <p:cNvSpPr/>
          <p:nvPr/>
        </p:nvSpPr>
        <p:spPr>
          <a:xfrm rot="16200000">
            <a:off x="2480690" y="2103184"/>
            <a:ext cx="151908" cy="246764"/>
          </a:xfrm>
          <a:prstGeom prst="rightArrow">
            <a:avLst>
              <a:gd name="adj1" fmla="val 18250"/>
              <a:gd name="adj2" fmla="val 43408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211" name="Freeform 210">
            <a:extLst>
              <a:ext uri="{FF2B5EF4-FFF2-40B4-BE49-F238E27FC236}">
                <a16:creationId xmlns:a16="http://schemas.microsoft.com/office/drawing/2014/main" id="{7FB69E4C-76FD-7E30-96D2-BAD3CD1F98D5}"/>
              </a:ext>
            </a:extLst>
          </p:cNvPr>
          <p:cNvSpPr>
            <a:spLocks noChangeAspect="1"/>
          </p:cNvSpPr>
          <p:nvPr/>
        </p:nvSpPr>
        <p:spPr>
          <a:xfrm>
            <a:off x="2320026" y="2247448"/>
            <a:ext cx="360000" cy="263163"/>
          </a:xfrm>
          <a:custGeom>
            <a:avLst/>
            <a:gdLst>
              <a:gd name="connsiteX0" fmla="*/ 575470 w 1800000"/>
              <a:gd name="connsiteY0" fmla="*/ 0 h 1315813"/>
              <a:gd name="connsiteX1" fmla="*/ 777600 w 1800000"/>
              <a:gd name="connsiteY1" fmla="*/ 0 h 1315813"/>
              <a:gd name="connsiteX2" fmla="*/ 883716 w 1800000"/>
              <a:gd name="connsiteY2" fmla="*/ 235813 h 1315813"/>
              <a:gd name="connsiteX3" fmla="*/ 1620000 w 1800000"/>
              <a:gd name="connsiteY3" fmla="*/ 235813 h 1315813"/>
              <a:gd name="connsiteX4" fmla="*/ 1800000 w 1800000"/>
              <a:gd name="connsiteY4" fmla="*/ 415813 h 1315813"/>
              <a:gd name="connsiteX5" fmla="*/ 1800000 w 1800000"/>
              <a:gd name="connsiteY5" fmla="*/ 1135813 h 1315813"/>
              <a:gd name="connsiteX6" fmla="*/ 1620000 w 1800000"/>
              <a:gd name="connsiteY6" fmla="*/ 1315813 h 1315813"/>
              <a:gd name="connsiteX7" fmla="*/ 180000 w 1800000"/>
              <a:gd name="connsiteY7" fmla="*/ 1315813 h 1315813"/>
              <a:gd name="connsiteX8" fmla="*/ 0 w 1800000"/>
              <a:gd name="connsiteY8" fmla="*/ 1135813 h 1315813"/>
              <a:gd name="connsiteX9" fmla="*/ 0 w 1800000"/>
              <a:gd name="connsiteY9" fmla="*/ 450149 h 1315813"/>
              <a:gd name="connsiteX10" fmla="*/ 1 w 1800000"/>
              <a:gd name="connsiteY10" fmla="*/ 450149 h 1315813"/>
              <a:gd name="connsiteX11" fmla="*/ 1 w 1800000"/>
              <a:gd name="connsiteY11" fmla="*/ 432001 h 1315813"/>
              <a:gd name="connsiteX12" fmla="*/ 1 w 1800000"/>
              <a:gd name="connsiteY12" fmla="*/ 415814 h 1315813"/>
              <a:gd name="connsiteX13" fmla="*/ 1 w 1800000"/>
              <a:gd name="connsiteY13" fmla="*/ 179990 h 1315813"/>
              <a:gd name="connsiteX14" fmla="*/ 3657 w 1800000"/>
              <a:gd name="connsiteY14" fmla="*/ 143724 h 1315813"/>
              <a:gd name="connsiteX15" fmla="*/ 143724 w 1800000"/>
              <a:gd name="connsiteY15" fmla="*/ 3657 h 1315813"/>
              <a:gd name="connsiteX16" fmla="*/ 179990 w 1800000"/>
              <a:gd name="connsiteY16" fmla="*/ 1 h 1315813"/>
              <a:gd name="connsiteX17" fmla="*/ 575470 w 1800000"/>
              <a:gd name="connsiteY17" fmla="*/ 1 h 131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00000" h="1315813">
                <a:moveTo>
                  <a:pt x="575470" y="0"/>
                </a:moveTo>
                <a:lnTo>
                  <a:pt x="777600" y="0"/>
                </a:lnTo>
                <a:lnTo>
                  <a:pt x="883716" y="235813"/>
                </a:lnTo>
                <a:lnTo>
                  <a:pt x="1620000" y="235813"/>
                </a:lnTo>
                <a:cubicBezTo>
                  <a:pt x="1719411" y="235813"/>
                  <a:pt x="1800000" y="316402"/>
                  <a:pt x="1800000" y="415813"/>
                </a:cubicBezTo>
                <a:lnTo>
                  <a:pt x="1800000" y="1135813"/>
                </a:lnTo>
                <a:cubicBezTo>
                  <a:pt x="1800000" y="1235224"/>
                  <a:pt x="1719411" y="1315813"/>
                  <a:pt x="1620000" y="1315813"/>
                </a:cubicBezTo>
                <a:lnTo>
                  <a:pt x="180000" y="1315813"/>
                </a:lnTo>
                <a:cubicBezTo>
                  <a:pt x="80589" y="1315813"/>
                  <a:pt x="0" y="1235224"/>
                  <a:pt x="0" y="1135813"/>
                </a:cubicBezTo>
                <a:lnTo>
                  <a:pt x="0" y="450149"/>
                </a:lnTo>
                <a:lnTo>
                  <a:pt x="1" y="450149"/>
                </a:lnTo>
                <a:lnTo>
                  <a:pt x="1" y="432001"/>
                </a:lnTo>
                <a:lnTo>
                  <a:pt x="1" y="415814"/>
                </a:lnTo>
                <a:lnTo>
                  <a:pt x="1" y="179990"/>
                </a:lnTo>
                <a:lnTo>
                  <a:pt x="3657" y="143724"/>
                </a:lnTo>
                <a:cubicBezTo>
                  <a:pt x="18044" y="73419"/>
                  <a:pt x="73419" y="18044"/>
                  <a:pt x="143724" y="3657"/>
                </a:cubicBezTo>
                <a:lnTo>
                  <a:pt x="179990" y="1"/>
                </a:lnTo>
                <a:lnTo>
                  <a:pt x="575470" y="1"/>
                </a:lnTo>
                <a:close/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28" name="Right Arrow 227">
            <a:extLst>
              <a:ext uri="{FF2B5EF4-FFF2-40B4-BE49-F238E27FC236}">
                <a16:creationId xmlns:a16="http://schemas.microsoft.com/office/drawing/2014/main" id="{B98B8984-2DAD-09D3-16D5-5812DF926B9A}"/>
              </a:ext>
            </a:extLst>
          </p:cNvPr>
          <p:cNvSpPr/>
          <p:nvPr/>
        </p:nvSpPr>
        <p:spPr>
          <a:xfrm rot="5400000">
            <a:off x="2424072" y="3008380"/>
            <a:ext cx="151908" cy="246764"/>
          </a:xfrm>
          <a:prstGeom prst="rightArrow">
            <a:avLst>
              <a:gd name="adj1" fmla="val 18250"/>
              <a:gd name="adj2" fmla="val 43408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229" name="Freeform 228">
            <a:extLst>
              <a:ext uri="{FF2B5EF4-FFF2-40B4-BE49-F238E27FC236}">
                <a16:creationId xmlns:a16="http://schemas.microsoft.com/office/drawing/2014/main" id="{B93EF8A6-EEB6-A631-45FC-68DFD8E11ED0}"/>
              </a:ext>
            </a:extLst>
          </p:cNvPr>
          <p:cNvSpPr>
            <a:spLocks noChangeAspect="1"/>
          </p:cNvSpPr>
          <p:nvPr/>
        </p:nvSpPr>
        <p:spPr>
          <a:xfrm>
            <a:off x="2320026" y="2979707"/>
            <a:ext cx="360000" cy="263163"/>
          </a:xfrm>
          <a:custGeom>
            <a:avLst/>
            <a:gdLst>
              <a:gd name="connsiteX0" fmla="*/ 575470 w 1800000"/>
              <a:gd name="connsiteY0" fmla="*/ 0 h 1315813"/>
              <a:gd name="connsiteX1" fmla="*/ 777600 w 1800000"/>
              <a:gd name="connsiteY1" fmla="*/ 0 h 1315813"/>
              <a:gd name="connsiteX2" fmla="*/ 883716 w 1800000"/>
              <a:gd name="connsiteY2" fmla="*/ 235813 h 1315813"/>
              <a:gd name="connsiteX3" fmla="*/ 1620000 w 1800000"/>
              <a:gd name="connsiteY3" fmla="*/ 235813 h 1315813"/>
              <a:gd name="connsiteX4" fmla="*/ 1800000 w 1800000"/>
              <a:gd name="connsiteY4" fmla="*/ 415813 h 1315813"/>
              <a:gd name="connsiteX5" fmla="*/ 1800000 w 1800000"/>
              <a:gd name="connsiteY5" fmla="*/ 1135813 h 1315813"/>
              <a:gd name="connsiteX6" fmla="*/ 1620000 w 1800000"/>
              <a:gd name="connsiteY6" fmla="*/ 1315813 h 1315813"/>
              <a:gd name="connsiteX7" fmla="*/ 180000 w 1800000"/>
              <a:gd name="connsiteY7" fmla="*/ 1315813 h 1315813"/>
              <a:gd name="connsiteX8" fmla="*/ 0 w 1800000"/>
              <a:gd name="connsiteY8" fmla="*/ 1135813 h 1315813"/>
              <a:gd name="connsiteX9" fmla="*/ 0 w 1800000"/>
              <a:gd name="connsiteY9" fmla="*/ 450149 h 1315813"/>
              <a:gd name="connsiteX10" fmla="*/ 1 w 1800000"/>
              <a:gd name="connsiteY10" fmla="*/ 450149 h 1315813"/>
              <a:gd name="connsiteX11" fmla="*/ 1 w 1800000"/>
              <a:gd name="connsiteY11" fmla="*/ 432001 h 1315813"/>
              <a:gd name="connsiteX12" fmla="*/ 1 w 1800000"/>
              <a:gd name="connsiteY12" fmla="*/ 415814 h 1315813"/>
              <a:gd name="connsiteX13" fmla="*/ 1 w 1800000"/>
              <a:gd name="connsiteY13" fmla="*/ 179990 h 1315813"/>
              <a:gd name="connsiteX14" fmla="*/ 3657 w 1800000"/>
              <a:gd name="connsiteY14" fmla="*/ 143724 h 1315813"/>
              <a:gd name="connsiteX15" fmla="*/ 143724 w 1800000"/>
              <a:gd name="connsiteY15" fmla="*/ 3657 h 1315813"/>
              <a:gd name="connsiteX16" fmla="*/ 179990 w 1800000"/>
              <a:gd name="connsiteY16" fmla="*/ 1 h 1315813"/>
              <a:gd name="connsiteX17" fmla="*/ 575470 w 1800000"/>
              <a:gd name="connsiteY17" fmla="*/ 1 h 131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00000" h="1315813">
                <a:moveTo>
                  <a:pt x="575470" y="0"/>
                </a:moveTo>
                <a:lnTo>
                  <a:pt x="777600" y="0"/>
                </a:lnTo>
                <a:lnTo>
                  <a:pt x="883716" y="235813"/>
                </a:lnTo>
                <a:lnTo>
                  <a:pt x="1620000" y="235813"/>
                </a:lnTo>
                <a:cubicBezTo>
                  <a:pt x="1719411" y="235813"/>
                  <a:pt x="1800000" y="316402"/>
                  <a:pt x="1800000" y="415813"/>
                </a:cubicBezTo>
                <a:lnTo>
                  <a:pt x="1800000" y="1135813"/>
                </a:lnTo>
                <a:cubicBezTo>
                  <a:pt x="1800000" y="1235224"/>
                  <a:pt x="1719411" y="1315813"/>
                  <a:pt x="1620000" y="1315813"/>
                </a:cubicBezTo>
                <a:lnTo>
                  <a:pt x="180000" y="1315813"/>
                </a:lnTo>
                <a:cubicBezTo>
                  <a:pt x="80589" y="1315813"/>
                  <a:pt x="0" y="1235224"/>
                  <a:pt x="0" y="1135813"/>
                </a:cubicBezTo>
                <a:lnTo>
                  <a:pt x="0" y="450149"/>
                </a:lnTo>
                <a:lnTo>
                  <a:pt x="1" y="450149"/>
                </a:lnTo>
                <a:lnTo>
                  <a:pt x="1" y="432001"/>
                </a:lnTo>
                <a:lnTo>
                  <a:pt x="1" y="415814"/>
                </a:lnTo>
                <a:lnTo>
                  <a:pt x="1" y="179990"/>
                </a:lnTo>
                <a:lnTo>
                  <a:pt x="3657" y="143724"/>
                </a:lnTo>
                <a:cubicBezTo>
                  <a:pt x="18044" y="73419"/>
                  <a:pt x="73419" y="18044"/>
                  <a:pt x="143724" y="3657"/>
                </a:cubicBezTo>
                <a:lnTo>
                  <a:pt x="179990" y="1"/>
                </a:lnTo>
                <a:lnTo>
                  <a:pt x="575470" y="1"/>
                </a:lnTo>
                <a:close/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TW"/>
          </a:p>
        </p:txBody>
      </p:sp>
      <p:sp>
        <p:nvSpPr>
          <p:cNvPr id="235" name="Rounded Rectangle 234">
            <a:extLst>
              <a:ext uri="{FF2B5EF4-FFF2-40B4-BE49-F238E27FC236}">
                <a16:creationId xmlns:a16="http://schemas.microsoft.com/office/drawing/2014/main" id="{F3EFE849-4079-6229-857D-A5750C5D1AA0}"/>
              </a:ext>
            </a:extLst>
          </p:cNvPr>
          <p:cNvSpPr/>
          <p:nvPr/>
        </p:nvSpPr>
        <p:spPr>
          <a:xfrm>
            <a:off x="8113452" y="4514975"/>
            <a:ext cx="180000" cy="180000"/>
          </a:xfrm>
          <a:prstGeom prst="round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40" name="Graphic 80" descr="Checkmark">
            <a:extLst>
              <a:ext uri="{FF2B5EF4-FFF2-40B4-BE49-F238E27FC236}">
                <a16:creationId xmlns:a16="http://schemas.microsoft.com/office/drawing/2014/main" id="{4D7C429E-C4B5-FF7E-3270-92A662EEE37D}"/>
              </a:ext>
            </a:extLst>
          </p:cNvPr>
          <p:cNvSpPr>
            <a:spLocks noChangeAspect="1"/>
          </p:cNvSpPr>
          <p:nvPr/>
        </p:nvSpPr>
        <p:spPr>
          <a:xfrm>
            <a:off x="8074470" y="4351885"/>
            <a:ext cx="360000" cy="308232"/>
          </a:xfrm>
          <a:custGeom>
            <a:avLst/>
            <a:gdLst>
              <a:gd name="connsiteX0" fmla="*/ 802958 w 880109"/>
              <a:gd name="connsiteY0" fmla="*/ 0 h 618172"/>
              <a:gd name="connsiteX1" fmla="*/ 315278 w 880109"/>
              <a:gd name="connsiteY1" fmla="*/ 461010 h 618172"/>
              <a:gd name="connsiteX2" fmla="*/ 80963 w 880109"/>
              <a:gd name="connsiteY2" fmla="*/ 220980 h 618172"/>
              <a:gd name="connsiteX3" fmla="*/ 0 w 880109"/>
              <a:gd name="connsiteY3" fmla="*/ 298132 h 618172"/>
              <a:gd name="connsiteX4" fmla="*/ 311468 w 880109"/>
              <a:gd name="connsiteY4" fmla="*/ 618173 h 618172"/>
              <a:gd name="connsiteX5" fmla="*/ 393383 w 880109"/>
              <a:gd name="connsiteY5" fmla="*/ 541973 h 618172"/>
              <a:gd name="connsiteX6" fmla="*/ 880110 w 880109"/>
              <a:gd name="connsiteY6" fmla="*/ 80010 h 618172"/>
              <a:gd name="connsiteX0" fmla="*/ 802958 w 802958"/>
              <a:gd name="connsiteY0" fmla="*/ 0 h 618173"/>
              <a:gd name="connsiteX1" fmla="*/ 315278 w 802958"/>
              <a:gd name="connsiteY1" fmla="*/ 461010 h 618173"/>
              <a:gd name="connsiteX2" fmla="*/ 80963 w 802958"/>
              <a:gd name="connsiteY2" fmla="*/ 220980 h 618173"/>
              <a:gd name="connsiteX3" fmla="*/ 0 w 802958"/>
              <a:gd name="connsiteY3" fmla="*/ 298132 h 618173"/>
              <a:gd name="connsiteX4" fmla="*/ 311468 w 802958"/>
              <a:gd name="connsiteY4" fmla="*/ 618173 h 618173"/>
              <a:gd name="connsiteX5" fmla="*/ 393383 w 802958"/>
              <a:gd name="connsiteY5" fmla="*/ 541973 h 618173"/>
              <a:gd name="connsiteX6" fmla="*/ 802958 w 802958"/>
              <a:gd name="connsiteY6" fmla="*/ 0 h 618173"/>
              <a:gd name="connsiteX0" fmla="*/ 721995 w 721995"/>
              <a:gd name="connsiteY0" fmla="*/ 0 h 618173"/>
              <a:gd name="connsiteX1" fmla="*/ 234315 w 721995"/>
              <a:gd name="connsiteY1" fmla="*/ 461010 h 618173"/>
              <a:gd name="connsiteX2" fmla="*/ 0 w 721995"/>
              <a:gd name="connsiteY2" fmla="*/ 220980 h 618173"/>
              <a:gd name="connsiteX3" fmla="*/ 230505 w 721995"/>
              <a:gd name="connsiteY3" fmla="*/ 618173 h 618173"/>
              <a:gd name="connsiteX4" fmla="*/ 312420 w 721995"/>
              <a:gd name="connsiteY4" fmla="*/ 541973 h 618173"/>
              <a:gd name="connsiteX5" fmla="*/ 721995 w 721995"/>
              <a:gd name="connsiteY5" fmla="*/ 0 h 618173"/>
              <a:gd name="connsiteX0" fmla="*/ 721995 w 721995"/>
              <a:gd name="connsiteY0" fmla="*/ 0 h 618173"/>
              <a:gd name="connsiteX1" fmla="*/ 234315 w 721995"/>
              <a:gd name="connsiteY1" fmla="*/ 461010 h 618173"/>
              <a:gd name="connsiteX2" fmla="*/ 0 w 721995"/>
              <a:gd name="connsiteY2" fmla="*/ 220980 h 618173"/>
              <a:gd name="connsiteX3" fmla="*/ 230505 w 721995"/>
              <a:gd name="connsiteY3" fmla="*/ 618173 h 618173"/>
              <a:gd name="connsiteX4" fmla="*/ 721995 w 721995"/>
              <a:gd name="connsiteY4" fmla="*/ 0 h 618173"/>
              <a:gd name="connsiteX0" fmla="*/ 721995 w 721995"/>
              <a:gd name="connsiteY0" fmla="*/ 0 h 618173"/>
              <a:gd name="connsiteX1" fmla="*/ 236003 w 721995"/>
              <a:gd name="connsiteY1" fmla="*/ 418793 h 618173"/>
              <a:gd name="connsiteX2" fmla="*/ 0 w 721995"/>
              <a:gd name="connsiteY2" fmla="*/ 220980 h 618173"/>
              <a:gd name="connsiteX3" fmla="*/ 230505 w 721995"/>
              <a:gd name="connsiteY3" fmla="*/ 618173 h 618173"/>
              <a:gd name="connsiteX4" fmla="*/ 721995 w 721995"/>
              <a:gd name="connsiteY4" fmla="*/ 0 h 618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1995" h="618173">
                <a:moveTo>
                  <a:pt x="721995" y="0"/>
                </a:moveTo>
                <a:lnTo>
                  <a:pt x="236003" y="418793"/>
                </a:lnTo>
                <a:lnTo>
                  <a:pt x="0" y="220980"/>
                </a:lnTo>
                <a:lnTo>
                  <a:pt x="230505" y="618173"/>
                </a:lnTo>
                <a:lnTo>
                  <a:pt x="721995" y="0"/>
                </a:lnTo>
                <a:close/>
              </a:path>
            </a:pathLst>
          </a:custGeom>
          <a:gradFill>
            <a:gsLst>
              <a:gs pos="100000">
                <a:srgbClr val="FFA6A3"/>
              </a:gs>
              <a:gs pos="0">
                <a:srgbClr val="FF7E79"/>
              </a:gs>
              <a:gs pos="40000">
                <a:srgbClr val="FF4C4C"/>
              </a:gs>
            </a:gsLst>
            <a:lin ang="1200000" scaled="0"/>
          </a:gra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TW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15FFE5E-5C5D-9932-C4A7-2063ABD6B4F9}"/>
              </a:ext>
            </a:extLst>
          </p:cNvPr>
          <p:cNvSpPr>
            <a:spLocks noChangeAspect="1"/>
          </p:cNvSpPr>
          <p:nvPr/>
        </p:nvSpPr>
        <p:spPr>
          <a:xfrm rot="5400000">
            <a:off x="9511974" y="2150611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F25CD03-21DF-0998-2BF9-2CD3D8D918B6}"/>
              </a:ext>
            </a:extLst>
          </p:cNvPr>
          <p:cNvCxnSpPr>
            <a:cxnSpLocks/>
          </p:cNvCxnSpPr>
          <p:nvPr/>
        </p:nvCxnSpPr>
        <p:spPr>
          <a:xfrm rot="5400000" flipH="1">
            <a:off x="9515447" y="2330611"/>
            <a:ext cx="216000" cy="0"/>
          </a:xfrm>
          <a:prstGeom prst="line">
            <a:avLst/>
          </a:prstGeom>
          <a:ln w="38100" cap="rnd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C045C73-1418-6073-7B29-1EEEF65D4982}"/>
              </a:ext>
            </a:extLst>
          </p:cNvPr>
          <p:cNvCxnSpPr>
            <a:cxnSpLocks/>
          </p:cNvCxnSpPr>
          <p:nvPr/>
        </p:nvCxnSpPr>
        <p:spPr>
          <a:xfrm rot="5400000" flipH="1">
            <a:off x="9652501" y="2330611"/>
            <a:ext cx="216000" cy="0"/>
          </a:xfrm>
          <a:prstGeom prst="line">
            <a:avLst/>
          </a:prstGeom>
          <a:ln w="38100" cap="rnd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0BC870E7-6545-0DC0-8005-7B4D44481C66}"/>
              </a:ext>
            </a:extLst>
          </p:cNvPr>
          <p:cNvSpPr/>
          <p:nvPr/>
        </p:nvSpPr>
        <p:spPr>
          <a:xfrm>
            <a:off x="9567756" y="2238259"/>
            <a:ext cx="108000" cy="108000"/>
          </a:xfrm>
          <a:prstGeom prst="ellipse">
            <a:avLst/>
          </a:prstGeom>
          <a:solidFill>
            <a:srgbClr val="03BDFC"/>
          </a:solidFill>
          <a:ln w="12700" cap="rnd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AD93F03-05BF-7209-FDB7-99A67D4BCB08}"/>
              </a:ext>
            </a:extLst>
          </p:cNvPr>
          <p:cNvSpPr/>
          <p:nvPr/>
        </p:nvSpPr>
        <p:spPr>
          <a:xfrm>
            <a:off x="9706501" y="2314964"/>
            <a:ext cx="108000" cy="108000"/>
          </a:xfrm>
          <a:prstGeom prst="ellipse">
            <a:avLst/>
          </a:prstGeom>
          <a:solidFill>
            <a:srgbClr val="0098CC"/>
          </a:solidFill>
          <a:ln w="12700" cap="rnd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A2BAC3-D704-4591-8581-C3865B55AF10}"/>
              </a:ext>
            </a:extLst>
          </p:cNvPr>
          <p:cNvSpPr>
            <a:spLocks noChangeAspect="1"/>
          </p:cNvSpPr>
          <p:nvPr/>
        </p:nvSpPr>
        <p:spPr>
          <a:xfrm rot="5400000">
            <a:off x="9511974" y="288436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A1CBBA18-85B7-837D-B5FD-F28A7B9AB17F}"/>
              </a:ext>
            </a:extLst>
          </p:cNvPr>
          <p:cNvSpPr>
            <a:spLocks noChangeAspect="1"/>
          </p:cNvSpPr>
          <p:nvPr/>
        </p:nvSpPr>
        <p:spPr>
          <a:xfrm>
            <a:off x="9511974" y="2935813"/>
            <a:ext cx="360000" cy="284173"/>
          </a:xfrm>
          <a:custGeom>
            <a:avLst/>
            <a:gdLst>
              <a:gd name="connsiteX0" fmla="*/ 1091539 w 2173991"/>
              <a:gd name="connsiteY0" fmla="*/ 15663 h 1497067"/>
              <a:gd name="connsiteX1" fmla="*/ 1289248 w 2173991"/>
              <a:gd name="connsiteY1" fmla="*/ 203485 h 1497067"/>
              <a:gd name="connsiteX2" fmla="*/ 1452357 w 2173991"/>
              <a:gd name="connsiteY2" fmla="*/ 618672 h 1497067"/>
              <a:gd name="connsiteX3" fmla="*/ 1803289 w 2173991"/>
              <a:gd name="connsiteY3" fmla="*/ 1290880 h 1497067"/>
              <a:gd name="connsiteX4" fmla="*/ 2173991 w 2173991"/>
              <a:gd name="connsiteY4" fmla="*/ 1458932 h 1497067"/>
              <a:gd name="connsiteX5" fmla="*/ 1803289 w 2173991"/>
              <a:gd name="connsiteY5" fmla="*/ 1473760 h 1497067"/>
              <a:gd name="connsiteX6" fmla="*/ 1091539 w 2173991"/>
              <a:gd name="connsiteY6" fmla="*/ 1478703 h 1497067"/>
              <a:gd name="connsiteX7" fmla="*/ 23916 w 2173991"/>
              <a:gd name="connsiteY7" fmla="*/ 1483645 h 1497067"/>
              <a:gd name="connsiteX8" fmla="*/ 379790 w 2173991"/>
              <a:gd name="connsiteY8" fmla="*/ 1285937 h 1497067"/>
              <a:gd name="connsiteX9" fmla="*/ 740608 w 2173991"/>
              <a:gd name="connsiteY9" fmla="*/ 593959 h 1497067"/>
              <a:gd name="connsiteX10" fmla="*/ 1091539 w 2173991"/>
              <a:gd name="connsiteY10" fmla="*/ 15663 h 1497067"/>
              <a:gd name="connsiteX0" fmla="*/ 1111310 w 2173991"/>
              <a:gd name="connsiteY0" fmla="*/ 15067 h 1506357"/>
              <a:gd name="connsiteX1" fmla="*/ 1289248 w 2173991"/>
              <a:gd name="connsiteY1" fmla="*/ 212775 h 1506357"/>
              <a:gd name="connsiteX2" fmla="*/ 1452357 w 2173991"/>
              <a:gd name="connsiteY2" fmla="*/ 627962 h 1506357"/>
              <a:gd name="connsiteX3" fmla="*/ 1803289 w 2173991"/>
              <a:gd name="connsiteY3" fmla="*/ 1300170 h 1506357"/>
              <a:gd name="connsiteX4" fmla="*/ 2173991 w 2173991"/>
              <a:gd name="connsiteY4" fmla="*/ 1468222 h 1506357"/>
              <a:gd name="connsiteX5" fmla="*/ 1803289 w 2173991"/>
              <a:gd name="connsiteY5" fmla="*/ 1483050 h 1506357"/>
              <a:gd name="connsiteX6" fmla="*/ 1091539 w 2173991"/>
              <a:gd name="connsiteY6" fmla="*/ 1487993 h 1506357"/>
              <a:gd name="connsiteX7" fmla="*/ 23916 w 2173991"/>
              <a:gd name="connsiteY7" fmla="*/ 1492935 h 1506357"/>
              <a:gd name="connsiteX8" fmla="*/ 379790 w 2173991"/>
              <a:gd name="connsiteY8" fmla="*/ 1295227 h 1506357"/>
              <a:gd name="connsiteX9" fmla="*/ 740608 w 2173991"/>
              <a:gd name="connsiteY9" fmla="*/ 603249 h 1506357"/>
              <a:gd name="connsiteX10" fmla="*/ 1111310 w 2173991"/>
              <a:gd name="connsiteY10" fmla="*/ 15067 h 1506357"/>
              <a:gd name="connsiteX0" fmla="*/ 1111310 w 2173991"/>
              <a:gd name="connsiteY0" fmla="*/ 6 h 1491296"/>
              <a:gd name="connsiteX1" fmla="*/ 1289248 w 2173991"/>
              <a:gd name="connsiteY1" fmla="*/ 197714 h 1491296"/>
              <a:gd name="connsiteX2" fmla="*/ 1452357 w 2173991"/>
              <a:gd name="connsiteY2" fmla="*/ 612901 h 1491296"/>
              <a:gd name="connsiteX3" fmla="*/ 1803289 w 2173991"/>
              <a:gd name="connsiteY3" fmla="*/ 1285109 h 1491296"/>
              <a:gd name="connsiteX4" fmla="*/ 2173991 w 2173991"/>
              <a:gd name="connsiteY4" fmla="*/ 1453161 h 1491296"/>
              <a:gd name="connsiteX5" fmla="*/ 1803289 w 2173991"/>
              <a:gd name="connsiteY5" fmla="*/ 1467989 h 1491296"/>
              <a:gd name="connsiteX6" fmla="*/ 1091539 w 2173991"/>
              <a:gd name="connsiteY6" fmla="*/ 1472932 h 1491296"/>
              <a:gd name="connsiteX7" fmla="*/ 23916 w 2173991"/>
              <a:gd name="connsiteY7" fmla="*/ 1477874 h 1491296"/>
              <a:gd name="connsiteX8" fmla="*/ 379790 w 2173991"/>
              <a:gd name="connsiteY8" fmla="*/ 1280166 h 1491296"/>
              <a:gd name="connsiteX9" fmla="*/ 740608 w 2173991"/>
              <a:gd name="connsiteY9" fmla="*/ 588188 h 1491296"/>
              <a:gd name="connsiteX10" fmla="*/ 1111310 w 2173991"/>
              <a:gd name="connsiteY10" fmla="*/ 6 h 1491296"/>
              <a:gd name="connsiteX0" fmla="*/ 1111310 w 2173991"/>
              <a:gd name="connsiteY0" fmla="*/ 0 h 1491290"/>
              <a:gd name="connsiteX1" fmla="*/ 1452357 w 2173991"/>
              <a:gd name="connsiteY1" fmla="*/ 612895 h 1491290"/>
              <a:gd name="connsiteX2" fmla="*/ 1803289 w 2173991"/>
              <a:gd name="connsiteY2" fmla="*/ 1285103 h 1491290"/>
              <a:gd name="connsiteX3" fmla="*/ 2173991 w 2173991"/>
              <a:gd name="connsiteY3" fmla="*/ 1453155 h 1491290"/>
              <a:gd name="connsiteX4" fmla="*/ 1803289 w 2173991"/>
              <a:gd name="connsiteY4" fmla="*/ 1467983 h 1491290"/>
              <a:gd name="connsiteX5" fmla="*/ 1091539 w 2173991"/>
              <a:gd name="connsiteY5" fmla="*/ 1472926 h 1491290"/>
              <a:gd name="connsiteX6" fmla="*/ 23916 w 2173991"/>
              <a:gd name="connsiteY6" fmla="*/ 1477868 h 1491290"/>
              <a:gd name="connsiteX7" fmla="*/ 379790 w 2173991"/>
              <a:gd name="connsiteY7" fmla="*/ 1280160 h 1491290"/>
              <a:gd name="connsiteX8" fmla="*/ 740608 w 2173991"/>
              <a:gd name="connsiteY8" fmla="*/ 588182 h 1491290"/>
              <a:gd name="connsiteX9" fmla="*/ 1111310 w 2173991"/>
              <a:gd name="connsiteY9" fmla="*/ 0 h 1491290"/>
              <a:gd name="connsiteX0" fmla="*/ 1111310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11310 w 2173991"/>
              <a:gd name="connsiteY9" fmla="*/ 5 h 1491295"/>
              <a:gd name="connsiteX0" fmla="*/ 1111310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11310 w 2173991"/>
              <a:gd name="connsiteY9" fmla="*/ 5 h 1491295"/>
              <a:gd name="connsiteX0" fmla="*/ 1111310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11310 w 2173991"/>
              <a:gd name="connsiteY9" fmla="*/ 5 h 1491295"/>
              <a:gd name="connsiteX0" fmla="*/ 1101424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01424 w 2173991"/>
              <a:gd name="connsiteY9" fmla="*/ 5 h 1491295"/>
              <a:gd name="connsiteX0" fmla="*/ 1101424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01424 w 2173991"/>
              <a:gd name="connsiteY9" fmla="*/ 5 h 1491295"/>
              <a:gd name="connsiteX0" fmla="*/ 1101424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01424 w 2173991"/>
              <a:gd name="connsiteY9" fmla="*/ 5 h 1491295"/>
              <a:gd name="connsiteX0" fmla="*/ 1101424 w 2173991"/>
              <a:gd name="connsiteY0" fmla="*/ 5 h 1491295"/>
              <a:gd name="connsiteX1" fmla="*/ 1447415 w 2173991"/>
              <a:gd name="connsiteY1" fmla="*/ 578301 h 1491295"/>
              <a:gd name="connsiteX2" fmla="*/ 1803289 w 2173991"/>
              <a:gd name="connsiteY2" fmla="*/ 1285108 h 1491295"/>
              <a:gd name="connsiteX3" fmla="*/ 2173991 w 2173991"/>
              <a:gd name="connsiteY3" fmla="*/ 1453160 h 1491295"/>
              <a:gd name="connsiteX4" fmla="*/ 1803289 w 2173991"/>
              <a:gd name="connsiteY4" fmla="*/ 1467988 h 1491295"/>
              <a:gd name="connsiteX5" fmla="*/ 1091539 w 2173991"/>
              <a:gd name="connsiteY5" fmla="*/ 1472931 h 1491295"/>
              <a:gd name="connsiteX6" fmla="*/ 23916 w 2173991"/>
              <a:gd name="connsiteY6" fmla="*/ 1477873 h 1491295"/>
              <a:gd name="connsiteX7" fmla="*/ 379790 w 2173991"/>
              <a:gd name="connsiteY7" fmla="*/ 1280165 h 1491295"/>
              <a:gd name="connsiteX8" fmla="*/ 740608 w 2173991"/>
              <a:gd name="connsiteY8" fmla="*/ 588187 h 1491295"/>
              <a:gd name="connsiteX9" fmla="*/ 1101424 w 2173991"/>
              <a:gd name="connsiteY9" fmla="*/ 5 h 1491295"/>
              <a:gd name="connsiteX0" fmla="*/ 1077508 w 2150075"/>
              <a:gd name="connsiteY0" fmla="*/ 5 h 1491295"/>
              <a:gd name="connsiteX1" fmla="*/ 1423499 w 2150075"/>
              <a:gd name="connsiteY1" fmla="*/ 578301 h 1491295"/>
              <a:gd name="connsiteX2" fmla="*/ 1779373 w 2150075"/>
              <a:gd name="connsiteY2" fmla="*/ 1285108 h 1491295"/>
              <a:gd name="connsiteX3" fmla="*/ 2150075 w 2150075"/>
              <a:gd name="connsiteY3" fmla="*/ 1453160 h 1491295"/>
              <a:gd name="connsiteX4" fmla="*/ 1779373 w 2150075"/>
              <a:gd name="connsiteY4" fmla="*/ 1467988 h 1491295"/>
              <a:gd name="connsiteX5" fmla="*/ 1067623 w 2150075"/>
              <a:gd name="connsiteY5" fmla="*/ 1472931 h 1491295"/>
              <a:gd name="connsiteX6" fmla="*/ 0 w 2150075"/>
              <a:gd name="connsiteY6" fmla="*/ 1477873 h 1491295"/>
              <a:gd name="connsiteX7" fmla="*/ 355874 w 2150075"/>
              <a:gd name="connsiteY7" fmla="*/ 1280165 h 1491295"/>
              <a:gd name="connsiteX8" fmla="*/ 716692 w 2150075"/>
              <a:gd name="connsiteY8" fmla="*/ 588187 h 1491295"/>
              <a:gd name="connsiteX9" fmla="*/ 1077508 w 2150075"/>
              <a:gd name="connsiteY9" fmla="*/ 5 h 1491295"/>
              <a:gd name="connsiteX0" fmla="*/ 1077508 w 2150075"/>
              <a:gd name="connsiteY0" fmla="*/ 5 h 1477873"/>
              <a:gd name="connsiteX1" fmla="*/ 1423499 w 2150075"/>
              <a:gd name="connsiteY1" fmla="*/ 578301 h 1477873"/>
              <a:gd name="connsiteX2" fmla="*/ 1779373 w 2150075"/>
              <a:gd name="connsiteY2" fmla="*/ 1285108 h 1477873"/>
              <a:gd name="connsiteX3" fmla="*/ 2150075 w 2150075"/>
              <a:gd name="connsiteY3" fmla="*/ 1453160 h 1477873"/>
              <a:gd name="connsiteX4" fmla="*/ 1779373 w 2150075"/>
              <a:gd name="connsiteY4" fmla="*/ 1467988 h 1477873"/>
              <a:gd name="connsiteX5" fmla="*/ 1067623 w 2150075"/>
              <a:gd name="connsiteY5" fmla="*/ 1472931 h 1477873"/>
              <a:gd name="connsiteX6" fmla="*/ 0 w 2150075"/>
              <a:gd name="connsiteY6" fmla="*/ 1477873 h 1477873"/>
              <a:gd name="connsiteX7" fmla="*/ 355874 w 2150075"/>
              <a:gd name="connsiteY7" fmla="*/ 1280165 h 1477873"/>
              <a:gd name="connsiteX8" fmla="*/ 716692 w 2150075"/>
              <a:gd name="connsiteY8" fmla="*/ 588187 h 1477873"/>
              <a:gd name="connsiteX9" fmla="*/ 1077508 w 2150075"/>
              <a:gd name="connsiteY9" fmla="*/ 5 h 1477873"/>
              <a:gd name="connsiteX0" fmla="*/ 1087394 w 2159961"/>
              <a:gd name="connsiteY0" fmla="*/ 5 h 1477873"/>
              <a:gd name="connsiteX1" fmla="*/ 1433385 w 2159961"/>
              <a:gd name="connsiteY1" fmla="*/ 578301 h 1477873"/>
              <a:gd name="connsiteX2" fmla="*/ 1789259 w 2159961"/>
              <a:gd name="connsiteY2" fmla="*/ 1285108 h 1477873"/>
              <a:gd name="connsiteX3" fmla="*/ 2159961 w 2159961"/>
              <a:gd name="connsiteY3" fmla="*/ 1453160 h 1477873"/>
              <a:gd name="connsiteX4" fmla="*/ 1789259 w 2159961"/>
              <a:gd name="connsiteY4" fmla="*/ 1467988 h 1477873"/>
              <a:gd name="connsiteX5" fmla="*/ 1077509 w 2159961"/>
              <a:gd name="connsiteY5" fmla="*/ 1472931 h 1477873"/>
              <a:gd name="connsiteX6" fmla="*/ 0 w 2159961"/>
              <a:gd name="connsiteY6" fmla="*/ 1477873 h 1477873"/>
              <a:gd name="connsiteX7" fmla="*/ 365760 w 2159961"/>
              <a:gd name="connsiteY7" fmla="*/ 1280165 h 1477873"/>
              <a:gd name="connsiteX8" fmla="*/ 726578 w 2159961"/>
              <a:gd name="connsiteY8" fmla="*/ 588187 h 1477873"/>
              <a:gd name="connsiteX9" fmla="*/ 1087394 w 2159961"/>
              <a:gd name="connsiteY9" fmla="*/ 5 h 1477873"/>
              <a:gd name="connsiteX0" fmla="*/ 1087394 w 2159961"/>
              <a:gd name="connsiteY0" fmla="*/ 5 h 1477873"/>
              <a:gd name="connsiteX1" fmla="*/ 1433385 w 2159961"/>
              <a:gd name="connsiteY1" fmla="*/ 578301 h 1477873"/>
              <a:gd name="connsiteX2" fmla="*/ 1789259 w 2159961"/>
              <a:gd name="connsiteY2" fmla="*/ 1285108 h 1477873"/>
              <a:gd name="connsiteX3" fmla="*/ 2159961 w 2159961"/>
              <a:gd name="connsiteY3" fmla="*/ 1453160 h 1477873"/>
              <a:gd name="connsiteX4" fmla="*/ 1789259 w 2159961"/>
              <a:gd name="connsiteY4" fmla="*/ 1467988 h 1477873"/>
              <a:gd name="connsiteX5" fmla="*/ 1077509 w 2159961"/>
              <a:gd name="connsiteY5" fmla="*/ 1472931 h 1477873"/>
              <a:gd name="connsiteX6" fmla="*/ 0 w 2159961"/>
              <a:gd name="connsiteY6" fmla="*/ 1477873 h 1477873"/>
              <a:gd name="connsiteX7" fmla="*/ 365760 w 2159961"/>
              <a:gd name="connsiteY7" fmla="*/ 1280165 h 1477873"/>
              <a:gd name="connsiteX8" fmla="*/ 726578 w 2159961"/>
              <a:gd name="connsiteY8" fmla="*/ 588187 h 1477873"/>
              <a:gd name="connsiteX9" fmla="*/ 1087394 w 2159961"/>
              <a:gd name="connsiteY9" fmla="*/ 5 h 1477873"/>
              <a:gd name="connsiteX0" fmla="*/ 1087394 w 2159961"/>
              <a:gd name="connsiteY0" fmla="*/ 5 h 1477873"/>
              <a:gd name="connsiteX1" fmla="*/ 1433385 w 2159961"/>
              <a:gd name="connsiteY1" fmla="*/ 578301 h 1477873"/>
              <a:gd name="connsiteX2" fmla="*/ 1789259 w 2159961"/>
              <a:gd name="connsiteY2" fmla="*/ 1285108 h 1477873"/>
              <a:gd name="connsiteX3" fmla="*/ 2159961 w 2159961"/>
              <a:gd name="connsiteY3" fmla="*/ 1453160 h 1477873"/>
              <a:gd name="connsiteX4" fmla="*/ 1789259 w 2159961"/>
              <a:gd name="connsiteY4" fmla="*/ 1467988 h 1477873"/>
              <a:gd name="connsiteX5" fmla="*/ 1077509 w 2159961"/>
              <a:gd name="connsiteY5" fmla="*/ 1472931 h 1477873"/>
              <a:gd name="connsiteX6" fmla="*/ 0 w 2159961"/>
              <a:gd name="connsiteY6" fmla="*/ 1477873 h 1477873"/>
              <a:gd name="connsiteX7" fmla="*/ 365760 w 2159961"/>
              <a:gd name="connsiteY7" fmla="*/ 1280165 h 1477873"/>
              <a:gd name="connsiteX8" fmla="*/ 726578 w 2159961"/>
              <a:gd name="connsiteY8" fmla="*/ 588187 h 1477873"/>
              <a:gd name="connsiteX9" fmla="*/ 1087394 w 2159961"/>
              <a:gd name="connsiteY9" fmla="*/ 5 h 1477873"/>
              <a:gd name="connsiteX0" fmla="*/ 1087394 w 2159961"/>
              <a:gd name="connsiteY0" fmla="*/ 5 h 1477873"/>
              <a:gd name="connsiteX1" fmla="*/ 1433385 w 2159961"/>
              <a:gd name="connsiteY1" fmla="*/ 578301 h 1477873"/>
              <a:gd name="connsiteX2" fmla="*/ 1789259 w 2159961"/>
              <a:gd name="connsiteY2" fmla="*/ 1285108 h 1477873"/>
              <a:gd name="connsiteX3" fmla="*/ 2159961 w 2159961"/>
              <a:gd name="connsiteY3" fmla="*/ 1453160 h 1477873"/>
              <a:gd name="connsiteX4" fmla="*/ 1789259 w 2159961"/>
              <a:gd name="connsiteY4" fmla="*/ 1467988 h 1477873"/>
              <a:gd name="connsiteX5" fmla="*/ 1077509 w 2159961"/>
              <a:gd name="connsiteY5" fmla="*/ 1472931 h 1477873"/>
              <a:gd name="connsiteX6" fmla="*/ 0 w 2159961"/>
              <a:gd name="connsiteY6" fmla="*/ 1477873 h 1477873"/>
              <a:gd name="connsiteX7" fmla="*/ 365760 w 2159961"/>
              <a:gd name="connsiteY7" fmla="*/ 1280165 h 1477873"/>
              <a:gd name="connsiteX8" fmla="*/ 726578 w 2159961"/>
              <a:gd name="connsiteY8" fmla="*/ 588187 h 1477873"/>
              <a:gd name="connsiteX9" fmla="*/ 1087394 w 2159961"/>
              <a:gd name="connsiteY9" fmla="*/ 5 h 1477873"/>
              <a:gd name="connsiteX0" fmla="*/ 1087394 w 2169847"/>
              <a:gd name="connsiteY0" fmla="*/ 5 h 1477873"/>
              <a:gd name="connsiteX1" fmla="*/ 1433385 w 2169847"/>
              <a:gd name="connsiteY1" fmla="*/ 578301 h 1477873"/>
              <a:gd name="connsiteX2" fmla="*/ 1789259 w 2169847"/>
              <a:gd name="connsiteY2" fmla="*/ 1285108 h 1477873"/>
              <a:gd name="connsiteX3" fmla="*/ 2169847 w 2169847"/>
              <a:gd name="connsiteY3" fmla="*/ 1463045 h 1477873"/>
              <a:gd name="connsiteX4" fmla="*/ 1789259 w 2169847"/>
              <a:gd name="connsiteY4" fmla="*/ 1467988 h 1477873"/>
              <a:gd name="connsiteX5" fmla="*/ 1077509 w 2169847"/>
              <a:gd name="connsiteY5" fmla="*/ 1472931 h 1477873"/>
              <a:gd name="connsiteX6" fmla="*/ 0 w 2169847"/>
              <a:gd name="connsiteY6" fmla="*/ 1477873 h 1477873"/>
              <a:gd name="connsiteX7" fmla="*/ 365760 w 2169847"/>
              <a:gd name="connsiteY7" fmla="*/ 1280165 h 1477873"/>
              <a:gd name="connsiteX8" fmla="*/ 726578 w 2169847"/>
              <a:gd name="connsiteY8" fmla="*/ 588187 h 1477873"/>
              <a:gd name="connsiteX9" fmla="*/ 1087394 w 2169847"/>
              <a:gd name="connsiteY9" fmla="*/ 5 h 1477873"/>
              <a:gd name="connsiteX0" fmla="*/ 1087394 w 2169847"/>
              <a:gd name="connsiteY0" fmla="*/ 5 h 1477873"/>
              <a:gd name="connsiteX1" fmla="*/ 1433385 w 2169847"/>
              <a:gd name="connsiteY1" fmla="*/ 578301 h 1477873"/>
              <a:gd name="connsiteX2" fmla="*/ 1789259 w 2169847"/>
              <a:gd name="connsiteY2" fmla="*/ 1285108 h 1477873"/>
              <a:gd name="connsiteX3" fmla="*/ 2169847 w 2169847"/>
              <a:gd name="connsiteY3" fmla="*/ 1463045 h 1477873"/>
              <a:gd name="connsiteX4" fmla="*/ 1789259 w 2169847"/>
              <a:gd name="connsiteY4" fmla="*/ 1467988 h 1477873"/>
              <a:gd name="connsiteX5" fmla="*/ 1077509 w 2169847"/>
              <a:gd name="connsiteY5" fmla="*/ 1472931 h 1477873"/>
              <a:gd name="connsiteX6" fmla="*/ 0 w 2169847"/>
              <a:gd name="connsiteY6" fmla="*/ 1477873 h 1477873"/>
              <a:gd name="connsiteX7" fmla="*/ 365760 w 2169847"/>
              <a:gd name="connsiteY7" fmla="*/ 1280165 h 1477873"/>
              <a:gd name="connsiteX8" fmla="*/ 726578 w 2169847"/>
              <a:gd name="connsiteY8" fmla="*/ 588187 h 1477873"/>
              <a:gd name="connsiteX9" fmla="*/ 1087394 w 2169847"/>
              <a:gd name="connsiteY9" fmla="*/ 5 h 1477873"/>
              <a:gd name="connsiteX0" fmla="*/ 1087394 w 2169847"/>
              <a:gd name="connsiteY0" fmla="*/ 5 h 1477873"/>
              <a:gd name="connsiteX1" fmla="*/ 1433385 w 2169847"/>
              <a:gd name="connsiteY1" fmla="*/ 578301 h 1477873"/>
              <a:gd name="connsiteX2" fmla="*/ 1789259 w 2169847"/>
              <a:gd name="connsiteY2" fmla="*/ 1285108 h 1477873"/>
              <a:gd name="connsiteX3" fmla="*/ 2169847 w 2169847"/>
              <a:gd name="connsiteY3" fmla="*/ 1463045 h 1477873"/>
              <a:gd name="connsiteX4" fmla="*/ 1789259 w 2169847"/>
              <a:gd name="connsiteY4" fmla="*/ 1467988 h 1477873"/>
              <a:gd name="connsiteX5" fmla="*/ 1077509 w 2169847"/>
              <a:gd name="connsiteY5" fmla="*/ 1472931 h 1477873"/>
              <a:gd name="connsiteX6" fmla="*/ 0 w 2169847"/>
              <a:gd name="connsiteY6" fmla="*/ 1477873 h 1477873"/>
              <a:gd name="connsiteX7" fmla="*/ 365760 w 2169847"/>
              <a:gd name="connsiteY7" fmla="*/ 1280165 h 1477873"/>
              <a:gd name="connsiteX8" fmla="*/ 726578 w 2169847"/>
              <a:gd name="connsiteY8" fmla="*/ 588187 h 1477873"/>
              <a:gd name="connsiteX9" fmla="*/ 1087394 w 2169847"/>
              <a:gd name="connsiteY9" fmla="*/ 5 h 1477873"/>
              <a:gd name="connsiteX0" fmla="*/ 1087394 w 2169847"/>
              <a:gd name="connsiteY0" fmla="*/ 5 h 1477873"/>
              <a:gd name="connsiteX1" fmla="*/ 1433385 w 2169847"/>
              <a:gd name="connsiteY1" fmla="*/ 578301 h 1477873"/>
              <a:gd name="connsiteX2" fmla="*/ 1789259 w 2169847"/>
              <a:gd name="connsiteY2" fmla="*/ 1285108 h 1477873"/>
              <a:gd name="connsiteX3" fmla="*/ 2169847 w 2169847"/>
              <a:gd name="connsiteY3" fmla="*/ 1463045 h 1477873"/>
              <a:gd name="connsiteX4" fmla="*/ 1789259 w 2169847"/>
              <a:gd name="connsiteY4" fmla="*/ 1467988 h 1477873"/>
              <a:gd name="connsiteX5" fmla="*/ 1077509 w 2169847"/>
              <a:gd name="connsiteY5" fmla="*/ 1472931 h 1477873"/>
              <a:gd name="connsiteX6" fmla="*/ 0 w 2169847"/>
              <a:gd name="connsiteY6" fmla="*/ 1477873 h 1477873"/>
              <a:gd name="connsiteX7" fmla="*/ 365760 w 2169847"/>
              <a:gd name="connsiteY7" fmla="*/ 1280165 h 1477873"/>
              <a:gd name="connsiteX8" fmla="*/ 726578 w 2169847"/>
              <a:gd name="connsiteY8" fmla="*/ 588187 h 1477873"/>
              <a:gd name="connsiteX9" fmla="*/ 1087394 w 2169847"/>
              <a:gd name="connsiteY9" fmla="*/ 5 h 1477873"/>
              <a:gd name="connsiteX0" fmla="*/ 1077508 w 2159961"/>
              <a:gd name="connsiteY0" fmla="*/ 5 h 1472931"/>
              <a:gd name="connsiteX1" fmla="*/ 1423499 w 2159961"/>
              <a:gd name="connsiteY1" fmla="*/ 578301 h 1472931"/>
              <a:gd name="connsiteX2" fmla="*/ 1779373 w 2159961"/>
              <a:gd name="connsiteY2" fmla="*/ 1285108 h 1472931"/>
              <a:gd name="connsiteX3" fmla="*/ 2159961 w 2159961"/>
              <a:gd name="connsiteY3" fmla="*/ 1463045 h 1472931"/>
              <a:gd name="connsiteX4" fmla="*/ 1779373 w 2159961"/>
              <a:gd name="connsiteY4" fmla="*/ 1467988 h 1472931"/>
              <a:gd name="connsiteX5" fmla="*/ 1067623 w 2159961"/>
              <a:gd name="connsiteY5" fmla="*/ 1472931 h 1472931"/>
              <a:gd name="connsiteX6" fmla="*/ 0 w 2159961"/>
              <a:gd name="connsiteY6" fmla="*/ 1467987 h 1472931"/>
              <a:gd name="connsiteX7" fmla="*/ 355874 w 2159961"/>
              <a:gd name="connsiteY7" fmla="*/ 1280165 h 1472931"/>
              <a:gd name="connsiteX8" fmla="*/ 716692 w 2159961"/>
              <a:gd name="connsiteY8" fmla="*/ 588187 h 1472931"/>
              <a:gd name="connsiteX9" fmla="*/ 1077508 w 2159961"/>
              <a:gd name="connsiteY9" fmla="*/ 5 h 1472931"/>
              <a:gd name="connsiteX0" fmla="*/ 1077508 w 2164904"/>
              <a:gd name="connsiteY0" fmla="*/ 5 h 1479488"/>
              <a:gd name="connsiteX1" fmla="*/ 1423499 w 2164904"/>
              <a:gd name="connsiteY1" fmla="*/ 578301 h 1479488"/>
              <a:gd name="connsiteX2" fmla="*/ 1779373 w 2164904"/>
              <a:gd name="connsiteY2" fmla="*/ 1285108 h 1479488"/>
              <a:gd name="connsiteX3" fmla="*/ 2164904 w 2164904"/>
              <a:gd name="connsiteY3" fmla="*/ 1477873 h 1479488"/>
              <a:gd name="connsiteX4" fmla="*/ 1779373 w 2164904"/>
              <a:gd name="connsiteY4" fmla="*/ 1467988 h 1479488"/>
              <a:gd name="connsiteX5" fmla="*/ 1067623 w 2164904"/>
              <a:gd name="connsiteY5" fmla="*/ 1472931 h 1479488"/>
              <a:gd name="connsiteX6" fmla="*/ 0 w 2164904"/>
              <a:gd name="connsiteY6" fmla="*/ 1467987 h 1479488"/>
              <a:gd name="connsiteX7" fmla="*/ 355874 w 2164904"/>
              <a:gd name="connsiteY7" fmla="*/ 1280165 h 1479488"/>
              <a:gd name="connsiteX8" fmla="*/ 716692 w 2164904"/>
              <a:gd name="connsiteY8" fmla="*/ 588187 h 1479488"/>
              <a:gd name="connsiteX9" fmla="*/ 1077508 w 2164904"/>
              <a:gd name="connsiteY9" fmla="*/ 5 h 1479488"/>
              <a:gd name="connsiteX0" fmla="*/ 1077508 w 2164904"/>
              <a:gd name="connsiteY0" fmla="*/ 5 h 1477873"/>
              <a:gd name="connsiteX1" fmla="*/ 1423499 w 2164904"/>
              <a:gd name="connsiteY1" fmla="*/ 578301 h 1477873"/>
              <a:gd name="connsiteX2" fmla="*/ 1779373 w 2164904"/>
              <a:gd name="connsiteY2" fmla="*/ 1285108 h 1477873"/>
              <a:gd name="connsiteX3" fmla="*/ 2164904 w 2164904"/>
              <a:gd name="connsiteY3" fmla="*/ 1477873 h 1477873"/>
              <a:gd name="connsiteX4" fmla="*/ 1779373 w 2164904"/>
              <a:gd name="connsiteY4" fmla="*/ 1467988 h 1477873"/>
              <a:gd name="connsiteX5" fmla="*/ 1067623 w 2164904"/>
              <a:gd name="connsiteY5" fmla="*/ 1472931 h 1477873"/>
              <a:gd name="connsiteX6" fmla="*/ 0 w 2164904"/>
              <a:gd name="connsiteY6" fmla="*/ 1467987 h 1477873"/>
              <a:gd name="connsiteX7" fmla="*/ 355874 w 2164904"/>
              <a:gd name="connsiteY7" fmla="*/ 1280165 h 1477873"/>
              <a:gd name="connsiteX8" fmla="*/ 716692 w 2164904"/>
              <a:gd name="connsiteY8" fmla="*/ 588187 h 1477873"/>
              <a:gd name="connsiteX9" fmla="*/ 1077508 w 2164904"/>
              <a:gd name="connsiteY9" fmla="*/ 5 h 1477873"/>
              <a:gd name="connsiteX0" fmla="*/ 1077508 w 2164904"/>
              <a:gd name="connsiteY0" fmla="*/ 5 h 1472931"/>
              <a:gd name="connsiteX1" fmla="*/ 1423499 w 2164904"/>
              <a:gd name="connsiteY1" fmla="*/ 578301 h 1472931"/>
              <a:gd name="connsiteX2" fmla="*/ 1779373 w 2164904"/>
              <a:gd name="connsiteY2" fmla="*/ 1285108 h 1472931"/>
              <a:gd name="connsiteX3" fmla="*/ 2164904 w 2164904"/>
              <a:gd name="connsiteY3" fmla="*/ 1463045 h 1472931"/>
              <a:gd name="connsiteX4" fmla="*/ 1779373 w 2164904"/>
              <a:gd name="connsiteY4" fmla="*/ 1467988 h 1472931"/>
              <a:gd name="connsiteX5" fmla="*/ 1067623 w 2164904"/>
              <a:gd name="connsiteY5" fmla="*/ 1472931 h 1472931"/>
              <a:gd name="connsiteX6" fmla="*/ 0 w 2164904"/>
              <a:gd name="connsiteY6" fmla="*/ 1467987 h 1472931"/>
              <a:gd name="connsiteX7" fmla="*/ 355874 w 2164904"/>
              <a:gd name="connsiteY7" fmla="*/ 1280165 h 1472931"/>
              <a:gd name="connsiteX8" fmla="*/ 716692 w 2164904"/>
              <a:gd name="connsiteY8" fmla="*/ 588187 h 1472931"/>
              <a:gd name="connsiteX9" fmla="*/ 1077508 w 2164904"/>
              <a:gd name="connsiteY9" fmla="*/ 5 h 1472931"/>
              <a:gd name="connsiteX0" fmla="*/ 1077508 w 2164904"/>
              <a:gd name="connsiteY0" fmla="*/ 5 h 1472931"/>
              <a:gd name="connsiteX1" fmla="*/ 1423499 w 2164904"/>
              <a:gd name="connsiteY1" fmla="*/ 578301 h 1472931"/>
              <a:gd name="connsiteX2" fmla="*/ 1779373 w 2164904"/>
              <a:gd name="connsiteY2" fmla="*/ 1285108 h 1472931"/>
              <a:gd name="connsiteX3" fmla="*/ 2164904 w 2164904"/>
              <a:gd name="connsiteY3" fmla="*/ 1463045 h 1472931"/>
              <a:gd name="connsiteX4" fmla="*/ 1779373 w 2164904"/>
              <a:gd name="connsiteY4" fmla="*/ 1467988 h 1472931"/>
              <a:gd name="connsiteX5" fmla="*/ 1067623 w 2164904"/>
              <a:gd name="connsiteY5" fmla="*/ 1472931 h 1472931"/>
              <a:gd name="connsiteX6" fmla="*/ 0 w 2164904"/>
              <a:gd name="connsiteY6" fmla="*/ 1467987 h 1472931"/>
              <a:gd name="connsiteX7" fmla="*/ 355874 w 2164904"/>
              <a:gd name="connsiteY7" fmla="*/ 1280165 h 1472931"/>
              <a:gd name="connsiteX8" fmla="*/ 716692 w 2164904"/>
              <a:gd name="connsiteY8" fmla="*/ 588187 h 1472931"/>
              <a:gd name="connsiteX9" fmla="*/ 1077508 w 2164904"/>
              <a:gd name="connsiteY9" fmla="*/ 5 h 1472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64904" h="1472931">
                <a:moveTo>
                  <a:pt x="1077508" y="5"/>
                </a:moveTo>
                <a:cubicBezTo>
                  <a:pt x="1195309" y="-1643"/>
                  <a:pt x="1321349" y="344346"/>
                  <a:pt x="1423499" y="578301"/>
                </a:cubicBezTo>
                <a:cubicBezTo>
                  <a:pt x="1525649" y="812256"/>
                  <a:pt x="1655806" y="1137651"/>
                  <a:pt x="1779373" y="1285108"/>
                </a:cubicBezTo>
                <a:cubicBezTo>
                  <a:pt x="1902940" y="1432565"/>
                  <a:pt x="2026508" y="1422679"/>
                  <a:pt x="2164904" y="1463045"/>
                </a:cubicBezTo>
                <a:lnTo>
                  <a:pt x="1779373" y="1467988"/>
                </a:lnTo>
                <a:lnTo>
                  <a:pt x="1067623" y="1472931"/>
                </a:lnTo>
                <a:lnTo>
                  <a:pt x="0" y="1467987"/>
                </a:lnTo>
                <a:cubicBezTo>
                  <a:pt x="148281" y="1401260"/>
                  <a:pt x="236425" y="1428446"/>
                  <a:pt x="355874" y="1280165"/>
                </a:cubicBezTo>
                <a:cubicBezTo>
                  <a:pt x="475323" y="1131884"/>
                  <a:pt x="626076" y="816375"/>
                  <a:pt x="716692" y="588187"/>
                </a:cubicBezTo>
                <a:cubicBezTo>
                  <a:pt x="807308" y="359999"/>
                  <a:pt x="959707" y="1653"/>
                  <a:pt x="1077508" y="5"/>
                </a:cubicBezTo>
                <a:close/>
              </a:path>
            </a:pathLst>
          </a:custGeom>
          <a:gradFill>
            <a:gsLst>
              <a:gs pos="0">
                <a:srgbClr val="92D050"/>
              </a:gs>
              <a:gs pos="100000">
                <a:srgbClr val="7FDF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F9452DD-83F5-5314-589F-4D9C9C7BE3D3}"/>
              </a:ext>
            </a:extLst>
          </p:cNvPr>
          <p:cNvCxnSpPr>
            <a:cxnSpLocks/>
          </p:cNvCxnSpPr>
          <p:nvPr/>
        </p:nvCxnSpPr>
        <p:spPr>
          <a:xfrm>
            <a:off x="9511974" y="3232177"/>
            <a:ext cx="360000" cy="0"/>
          </a:xfrm>
          <a:prstGeom prst="line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80166E7A-E9D1-A437-1E82-39F4B39C336D}"/>
              </a:ext>
            </a:extLst>
          </p:cNvPr>
          <p:cNvSpPr>
            <a:spLocks noChangeAspect="1"/>
          </p:cNvSpPr>
          <p:nvPr/>
        </p:nvSpPr>
        <p:spPr>
          <a:xfrm rot="5400000">
            <a:off x="9511974" y="4347389"/>
            <a:ext cx="360000" cy="360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FF64958-DEA0-584F-39D3-AF0B1998C453}"/>
              </a:ext>
            </a:extLst>
          </p:cNvPr>
          <p:cNvCxnSpPr>
            <a:cxnSpLocks/>
          </p:cNvCxnSpPr>
          <p:nvPr/>
        </p:nvCxnSpPr>
        <p:spPr>
          <a:xfrm flipV="1">
            <a:off x="9533149" y="4404564"/>
            <a:ext cx="324000" cy="252000"/>
          </a:xfrm>
          <a:prstGeom prst="line">
            <a:avLst/>
          </a:prstGeom>
          <a:ln w="25400">
            <a:solidFill>
              <a:srgbClr val="0098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4391695B-E499-C8E7-C7D2-62369AEC39FF}"/>
              </a:ext>
            </a:extLst>
          </p:cNvPr>
          <p:cNvSpPr/>
          <p:nvPr/>
        </p:nvSpPr>
        <p:spPr>
          <a:xfrm>
            <a:off x="9637539" y="4462496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99F16D6-D080-27D4-0CE1-288FCDA22D08}"/>
              </a:ext>
            </a:extLst>
          </p:cNvPr>
          <p:cNvSpPr/>
          <p:nvPr/>
        </p:nvSpPr>
        <p:spPr>
          <a:xfrm>
            <a:off x="9677212" y="4577388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04D92ECA-6E54-1D92-1F21-FB201B8A81A2}"/>
              </a:ext>
            </a:extLst>
          </p:cNvPr>
          <p:cNvSpPr/>
          <p:nvPr/>
        </p:nvSpPr>
        <p:spPr>
          <a:xfrm>
            <a:off x="9779413" y="4559388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116DE20F-4FD0-DFA6-3643-BF4BFB3F9B63}"/>
              </a:ext>
            </a:extLst>
          </p:cNvPr>
          <p:cNvSpPr/>
          <p:nvPr/>
        </p:nvSpPr>
        <p:spPr>
          <a:xfrm>
            <a:off x="9540756" y="4514975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E25B270-3A4A-A8F3-94E5-D82195A59C6E}"/>
              </a:ext>
            </a:extLst>
          </p:cNvPr>
          <p:cNvSpPr/>
          <p:nvPr/>
        </p:nvSpPr>
        <p:spPr>
          <a:xfrm>
            <a:off x="9801229" y="4451609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54D23D2-BB2A-A12C-3BA0-3990DA5B3947}"/>
              </a:ext>
            </a:extLst>
          </p:cNvPr>
          <p:cNvSpPr/>
          <p:nvPr/>
        </p:nvSpPr>
        <p:spPr>
          <a:xfrm>
            <a:off x="9604769" y="4624711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4E7129D-16A4-B67C-5C2A-E11C643A9536}"/>
              </a:ext>
            </a:extLst>
          </p:cNvPr>
          <p:cNvSpPr/>
          <p:nvPr/>
        </p:nvSpPr>
        <p:spPr>
          <a:xfrm>
            <a:off x="9706224" y="4394067"/>
            <a:ext cx="54000" cy="54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7547CA25-21BF-04BC-5D6F-3E21CFF46C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853" t="31635" r="26853" b="28822"/>
          <a:stretch/>
        </p:blipFill>
        <p:spPr>
          <a:xfrm>
            <a:off x="9527849" y="3635537"/>
            <a:ext cx="327380" cy="327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884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2">
            <a:extLst>
              <a:ext uri="{FF2B5EF4-FFF2-40B4-BE49-F238E27FC236}">
                <a16:creationId xmlns:a16="http://schemas.microsoft.com/office/drawing/2014/main" id="{DFFF7A5F-6546-932C-44AC-5BFC7690F9EF}"/>
              </a:ext>
            </a:extLst>
          </p:cNvPr>
          <p:cNvSpPr>
            <a:spLocks noChangeAspect="1"/>
          </p:cNvSpPr>
          <p:nvPr/>
        </p:nvSpPr>
        <p:spPr>
          <a:xfrm>
            <a:off x="4116000" y="1449000"/>
            <a:ext cx="3960000" cy="3960000"/>
          </a:xfrm>
          <a:custGeom>
            <a:avLst/>
            <a:gdLst>
              <a:gd name="connsiteX0" fmla="*/ 4495800 w 4495800"/>
              <a:gd name="connsiteY0" fmla="*/ 2247900 h 4495800"/>
              <a:gd name="connsiteX1" fmla="*/ 4495676 w 4495800"/>
              <a:gd name="connsiteY1" fmla="*/ 2602754 h 4495800"/>
              <a:gd name="connsiteX2" fmla="*/ 4495305 w 4495800"/>
              <a:gd name="connsiteY2" fmla="*/ 2730751 h 4495800"/>
              <a:gd name="connsiteX3" fmla="*/ 4494695 w 4495800"/>
              <a:gd name="connsiteY3" fmla="*/ 2826039 h 4495800"/>
              <a:gd name="connsiteX4" fmla="*/ 4493829 w 4495800"/>
              <a:gd name="connsiteY4" fmla="*/ 2904811 h 4495800"/>
              <a:gd name="connsiteX5" fmla="*/ 4492714 w 4495800"/>
              <a:gd name="connsiteY5" fmla="*/ 2973181 h 4495800"/>
              <a:gd name="connsiteX6" fmla="*/ 4491362 w 4495800"/>
              <a:gd name="connsiteY6" fmla="*/ 3034246 h 4495800"/>
              <a:gd name="connsiteX7" fmla="*/ 4489761 w 4495800"/>
              <a:gd name="connsiteY7" fmla="*/ 3089805 h 4495800"/>
              <a:gd name="connsiteX8" fmla="*/ 4487904 w 4495800"/>
              <a:gd name="connsiteY8" fmla="*/ 3141040 h 4495800"/>
              <a:gd name="connsiteX9" fmla="*/ 4485808 w 4495800"/>
              <a:gd name="connsiteY9" fmla="*/ 3188742 h 4495800"/>
              <a:gd name="connsiteX10" fmla="*/ 4483456 w 4495800"/>
              <a:gd name="connsiteY10" fmla="*/ 3233500 h 4495800"/>
              <a:gd name="connsiteX11" fmla="*/ 4480865 w 4495800"/>
              <a:gd name="connsiteY11" fmla="*/ 3275753 h 4495800"/>
              <a:gd name="connsiteX12" fmla="*/ 4478017 w 4495800"/>
              <a:gd name="connsiteY12" fmla="*/ 3315833 h 4495800"/>
              <a:gd name="connsiteX13" fmla="*/ 4474922 w 4495800"/>
              <a:gd name="connsiteY13" fmla="*/ 3354000 h 4495800"/>
              <a:gd name="connsiteX14" fmla="*/ 4471578 w 4495800"/>
              <a:gd name="connsiteY14" fmla="*/ 3390471 h 4495800"/>
              <a:gd name="connsiteX15" fmla="*/ 4467978 w 4495800"/>
              <a:gd name="connsiteY15" fmla="*/ 3425428 h 4495800"/>
              <a:gd name="connsiteX16" fmla="*/ 4464130 w 4495800"/>
              <a:gd name="connsiteY16" fmla="*/ 3459004 h 4495800"/>
              <a:gd name="connsiteX17" fmla="*/ 4460034 w 4495800"/>
              <a:gd name="connsiteY17" fmla="*/ 3491322 h 4495800"/>
              <a:gd name="connsiteX18" fmla="*/ 4455681 w 4495800"/>
              <a:gd name="connsiteY18" fmla="*/ 3522498 h 4495800"/>
              <a:gd name="connsiteX19" fmla="*/ 4451080 w 4495800"/>
              <a:gd name="connsiteY19" fmla="*/ 3552606 h 4495800"/>
              <a:gd name="connsiteX20" fmla="*/ 4446223 w 4495800"/>
              <a:gd name="connsiteY20" fmla="*/ 3581734 h 4495800"/>
              <a:gd name="connsiteX21" fmla="*/ 4441108 w 4495800"/>
              <a:gd name="connsiteY21" fmla="*/ 3609947 h 4495800"/>
              <a:gd name="connsiteX22" fmla="*/ 4435736 w 4495800"/>
              <a:gd name="connsiteY22" fmla="*/ 3637302 h 4495800"/>
              <a:gd name="connsiteX23" fmla="*/ 4430106 w 4495800"/>
              <a:gd name="connsiteY23" fmla="*/ 3663849 h 4495800"/>
              <a:gd name="connsiteX24" fmla="*/ 4424220 w 4495800"/>
              <a:gd name="connsiteY24" fmla="*/ 3689633 h 4495800"/>
              <a:gd name="connsiteX25" fmla="*/ 4418076 w 4495800"/>
              <a:gd name="connsiteY25" fmla="*/ 3714702 h 4495800"/>
              <a:gd name="connsiteX26" fmla="*/ 4411666 w 4495800"/>
              <a:gd name="connsiteY26" fmla="*/ 3739096 h 4495800"/>
              <a:gd name="connsiteX27" fmla="*/ 4404999 w 4495800"/>
              <a:gd name="connsiteY27" fmla="*/ 3762832 h 4495800"/>
              <a:gd name="connsiteX28" fmla="*/ 4398074 w 4495800"/>
              <a:gd name="connsiteY28" fmla="*/ 3785950 h 4495800"/>
              <a:gd name="connsiteX29" fmla="*/ 4390873 w 4495800"/>
              <a:gd name="connsiteY29" fmla="*/ 3808476 h 4495800"/>
              <a:gd name="connsiteX30" fmla="*/ 4383415 w 4495800"/>
              <a:gd name="connsiteY30" fmla="*/ 3830431 h 4495800"/>
              <a:gd name="connsiteX31" fmla="*/ 4375681 w 4495800"/>
              <a:gd name="connsiteY31" fmla="*/ 3851853 h 4495800"/>
              <a:gd name="connsiteX32" fmla="*/ 4367680 w 4495800"/>
              <a:gd name="connsiteY32" fmla="*/ 3872741 h 4495800"/>
              <a:gd name="connsiteX33" fmla="*/ 4359412 w 4495800"/>
              <a:gd name="connsiteY33" fmla="*/ 3893125 h 4495800"/>
              <a:gd name="connsiteX34" fmla="*/ 4350868 w 4495800"/>
              <a:gd name="connsiteY34" fmla="*/ 3913023 h 4495800"/>
              <a:gd name="connsiteX35" fmla="*/ 4342038 w 4495800"/>
              <a:gd name="connsiteY35" fmla="*/ 3932444 h 4495800"/>
              <a:gd name="connsiteX36" fmla="*/ 4332942 w 4495800"/>
              <a:gd name="connsiteY36" fmla="*/ 3951408 h 4495800"/>
              <a:gd name="connsiteX37" fmla="*/ 4323569 w 4495800"/>
              <a:gd name="connsiteY37" fmla="*/ 3969925 h 4495800"/>
              <a:gd name="connsiteX38" fmla="*/ 4313911 w 4495800"/>
              <a:gd name="connsiteY38" fmla="*/ 3988013 h 4495800"/>
              <a:gd name="connsiteX39" fmla="*/ 4303957 w 4495800"/>
              <a:gd name="connsiteY39" fmla="*/ 4005682 h 4495800"/>
              <a:gd name="connsiteX40" fmla="*/ 4293727 w 4495800"/>
              <a:gd name="connsiteY40" fmla="*/ 4022941 h 4495800"/>
              <a:gd name="connsiteX41" fmla="*/ 4283202 w 4495800"/>
              <a:gd name="connsiteY41" fmla="*/ 4039800 h 4495800"/>
              <a:gd name="connsiteX42" fmla="*/ 4272392 w 4495800"/>
              <a:gd name="connsiteY42" fmla="*/ 4056260 h 4495800"/>
              <a:gd name="connsiteX43" fmla="*/ 4261276 w 4495800"/>
              <a:gd name="connsiteY43" fmla="*/ 4072347 h 4495800"/>
              <a:gd name="connsiteX44" fmla="*/ 4249865 w 4495800"/>
              <a:gd name="connsiteY44" fmla="*/ 4088063 h 4495800"/>
              <a:gd name="connsiteX45" fmla="*/ 4238149 w 4495800"/>
              <a:gd name="connsiteY45" fmla="*/ 4103408 h 4495800"/>
              <a:gd name="connsiteX46" fmla="*/ 4226128 w 4495800"/>
              <a:gd name="connsiteY46" fmla="*/ 4118400 h 4495800"/>
              <a:gd name="connsiteX47" fmla="*/ 4213803 w 4495800"/>
              <a:gd name="connsiteY47" fmla="*/ 4133041 h 4495800"/>
              <a:gd name="connsiteX48" fmla="*/ 4201154 w 4495800"/>
              <a:gd name="connsiteY48" fmla="*/ 4147328 h 4495800"/>
              <a:gd name="connsiteX49" fmla="*/ 4188190 w 4495800"/>
              <a:gd name="connsiteY49" fmla="*/ 4161282 h 4495800"/>
              <a:gd name="connsiteX50" fmla="*/ 4174903 w 4495800"/>
              <a:gd name="connsiteY50" fmla="*/ 4174903 h 4495800"/>
              <a:gd name="connsiteX51" fmla="*/ 4161282 w 4495800"/>
              <a:gd name="connsiteY51" fmla="*/ 4188190 h 4495800"/>
              <a:gd name="connsiteX52" fmla="*/ 4147328 w 4495800"/>
              <a:gd name="connsiteY52" fmla="*/ 4201154 h 4495800"/>
              <a:gd name="connsiteX53" fmla="*/ 4133041 w 4495800"/>
              <a:gd name="connsiteY53" fmla="*/ 4213803 h 4495800"/>
              <a:gd name="connsiteX54" fmla="*/ 4118400 w 4495800"/>
              <a:gd name="connsiteY54" fmla="*/ 4226128 h 4495800"/>
              <a:gd name="connsiteX55" fmla="*/ 4103408 w 4495800"/>
              <a:gd name="connsiteY55" fmla="*/ 4238149 h 4495800"/>
              <a:gd name="connsiteX56" fmla="*/ 4088063 w 4495800"/>
              <a:gd name="connsiteY56" fmla="*/ 4249865 h 4495800"/>
              <a:gd name="connsiteX57" fmla="*/ 4072347 w 4495800"/>
              <a:gd name="connsiteY57" fmla="*/ 4261276 h 4495800"/>
              <a:gd name="connsiteX58" fmla="*/ 4056260 w 4495800"/>
              <a:gd name="connsiteY58" fmla="*/ 4272392 h 4495800"/>
              <a:gd name="connsiteX59" fmla="*/ 4039800 w 4495800"/>
              <a:gd name="connsiteY59" fmla="*/ 4283202 h 4495800"/>
              <a:gd name="connsiteX60" fmla="*/ 4022941 w 4495800"/>
              <a:gd name="connsiteY60" fmla="*/ 4293727 h 4495800"/>
              <a:gd name="connsiteX61" fmla="*/ 4005682 w 4495800"/>
              <a:gd name="connsiteY61" fmla="*/ 4303957 h 4495800"/>
              <a:gd name="connsiteX62" fmla="*/ 3988013 w 4495800"/>
              <a:gd name="connsiteY62" fmla="*/ 4313911 h 4495800"/>
              <a:gd name="connsiteX63" fmla="*/ 3969925 w 4495800"/>
              <a:gd name="connsiteY63" fmla="*/ 4323569 h 4495800"/>
              <a:gd name="connsiteX64" fmla="*/ 3951408 w 4495800"/>
              <a:gd name="connsiteY64" fmla="*/ 4332942 h 4495800"/>
              <a:gd name="connsiteX65" fmla="*/ 3932444 w 4495800"/>
              <a:gd name="connsiteY65" fmla="*/ 4342038 h 4495800"/>
              <a:gd name="connsiteX66" fmla="*/ 3913023 w 4495800"/>
              <a:gd name="connsiteY66" fmla="*/ 4350868 h 4495800"/>
              <a:gd name="connsiteX67" fmla="*/ 3893125 w 4495800"/>
              <a:gd name="connsiteY67" fmla="*/ 4359412 h 4495800"/>
              <a:gd name="connsiteX68" fmla="*/ 3872741 w 4495800"/>
              <a:gd name="connsiteY68" fmla="*/ 4367680 h 4495800"/>
              <a:gd name="connsiteX69" fmla="*/ 3851853 w 4495800"/>
              <a:gd name="connsiteY69" fmla="*/ 4375681 h 4495800"/>
              <a:gd name="connsiteX70" fmla="*/ 3830431 w 4495800"/>
              <a:gd name="connsiteY70" fmla="*/ 4383415 h 4495800"/>
              <a:gd name="connsiteX71" fmla="*/ 3808476 w 4495800"/>
              <a:gd name="connsiteY71" fmla="*/ 4390873 h 4495800"/>
              <a:gd name="connsiteX72" fmla="*/ 3785950 w 4495800"/>
              <a:gd name="connsiteY72" fmla="*/ 4398074 h 4495800"/>
              <a:gd name="connsiteX73" fmla="*/ 3762832 w 4495800"/>
              <a:gd name="connsiteY73" fmla="*/ 4404999 h 4495800"/>
              <a:gd name="connsiteX74" fmla="*/ 3739096 w 4495800"/>
              <a:gd name="connsiteY74" fmla="*/ 4411666 h 4495800"/>
              <a:gd name="connsiteX75" fmla="*/ 3714702 w 4495800"/>
              <a:gd name="connsiteY75" fmla="*/ 4418076 h 4495800"/>
              <a:gd name="connsiteX76" fmla="*/ 3689633 w 4495800"/>
              <a:gd name="connsiteY76" fmla="*/ 4424220 h 4495800"/>
              <a:gd name="connsiteX77" fmla="*/ 3663849 w 4495800"/>
              <a:gd name="connsiteY77" fmla="*/ 4430106 h 4495800"/>
              <a:gd name="connsiteX78" fmla="*/ 3637302 w 4495800"/>
              <a:gd name="connsiteY78" fmla="*/ 4435736 h 4495800"/>
              <a:gd name="connsiteX79" fmla="*/ 3609947 w 4495800"/>
              <a:gd name="connsiteY79" fmla="*/ 4441108 h 4495800"/>
              <a:gd name="connsiteX80" fmla="*/ 3581734 w 4495800"/>
              <a:gd name="connsiteY80" fmla="*/ 4446223 h 4495800"/>
              <a:gd name="connsiteX81" fmla="*/ 3552606 w 4495800"/>
              <a:gd name="connsiteY81" fmla="*/ 4451080 h 4495800"/>
              <a:gd name="connsiteX82" fmla="*/ 3522498 w 4495800"/>
              <a:gd name="connsiteY82" fmla="*/ 4455681 h 4495800"/>
              <a:gd name="connsiteX83" fmla="*/ 3491322 w 4495800"/>
              <a:gd name="connsiteY83" fmla="*/ 4460034 h 4495800"/>
              <a:gd name="connsiteX84" fmla="*/ 3459004 w 4495800"/>
              <a:gd name="connsiteY84" fmla="*/ 4464130 h 4495800"/>
              <a:gd name="connsiteX85" fmla="*/ 3425428 w 4495800"/>
              <a:gd name="connsiteY85" fmla="*/ 4467978 h 4495800"/>
              <a:gd name="connsiteX86" fmla="*/ 3390471 w 4495800"/>
              <a:gd name="connsiteY86" fmla="*/ 4471578 h 4495800"/>
              <a:gd name="connsiteX87" fmla="*/ 3354000 w 4495800"/>
              <a:gd name="connsiteY87" fmla="*/ 4474922 h 4495800"/>
              <a:gd name="connsiteX88" fmla="*/ 3315833 w 4495800"/>
              <a:gd name="connsiteY88" fmla="*/ 4478017 h 4495800"/>
              <a:gd name="connsiteX89" fmla="*/ 3275753 w 4495800"/>
              <a:gd name="connsiteY89" fmla="*/ 4480865 h 4495800"/>
              <a:gd name="connsiteX90" fmla="*/ 3233500 w 4495800"/>
              <a:gd name="connsiteY90" fmla="*/ 4483456 h 4495800"/>
              <a:gd name="connsiteX91" fmla="*/ 3188742 w 4495800"/>
              <a:gd name="connsiteY91" fmla="*/ 4485808 h 4495800"/>
              <a:gd name="connsiteX92" fmla="*/ 3141040 w 4495800"/>
              <a:gd name="connsiteY92" fmla="*/ 4487904 h 4495800"/>
              <a:gd name="connsiteX93" fmla="*/ 3089805 w 4495800"/>
              <a:gd name="connsiteY93" fmla="*/ 4489761 h 4495800"/>
              <a:gd name="connsiteX94" fmla="*/ 3034246 w 4495800"/>
              <a:gd name="connsiteY94" fmla="*/ 4491362 h 4495800"/>
              <a:gd name="connsiteX95" fmla="*/ 2973181 w 4495800"/>
              <a:gd name="connsiteY95" fmla="*/ 4492714 h 4495800"/>
              <a:gd name="connsiteX96" fmla="*/ 2904811 w 4495800"/>
              <a:gd name="connsiteY96" fmla="*/ 4493829 h 4495800"/>
              <a:gd name="connsiteX97" fmla="*/ 2826039 w 4495800"/>
              <a:gd name="connsiteY97" fmla="*/ 4494695 h 4495800"/>
              <a:gd name="connsiteX98" fmla="*/ 2730751 w 4495800"/>
              <a:gd name="connsiteY98" fmla="*/ 4495305 h 4495800"/>
              <a:gd name="connsiteX99" fmla="*/ 2602754 w 4495800"/>
              <a:gd name="connsiteY99" fmla="*/ 4495676 h 4495800"/>
              <a:gd name="connsiteX100" fmla="*/ 2247900 w 4495800"/>
              <a:gd name="connsiteY100" fmla="*/ 4495800 h 4495800"/>
              <a:gd name="connsiteX101" fmla="*/ 1893046 w 4495800"/>
              <a:gd name="connsiteY101" fmla="*/ 4495676 h 4495800"/>
              <a:gd name="connsiteX102" fmla="*/ 1765049 w 4495800"/>
              <a:gd name="connsiteY102" fmla="*/ 4495305 h 4495800"/>
              <a:gd name="connsiteX103" fmla="*/ 1669761 w 4495800"/>
              <a:gd name="connsiteY103" fmla="*/ 4494695 h 4495800"/>
              <a:gd name="connsiteX104" fmla="*/ 1590989 w 4495800"/>
              <a:gd name="connsiteY104" fmla="*/ 4493829 h 4495800"/>
              <a:gd name="connsiteX105" fmla="*/ 1522619 w 4495800"/>
              <a:gd name="connsiteY105" fmla="*/ 4492714 h 4495800"/>
              <a:gd name="connsiteX106" fmla="*/ 1461554 w 4495800"/>
              <a:gd name="connsiteY106" fmla="*/ 4491362 h 4495800"/>
              <a:gd name="connsiteX107" fmla="*/ 1405995 w 4495800"/>
              <a:gd name="connsiteY107" fmla="*/ 4489761 h 4495800"/>
              <a:gd name="connsiteX108" fmla="*/ 1354760 w 4495800"/>
              <a:gd name="connsiteY108" fmla="*/ 4487904 h 4495800"/>
              <a:gd name="connsiteX109" fmla="*/ 1307059 w 4495800"/>
              <a:gd name="connsiteY109" fmla="*/ 4485808 h 4495800"/>
              <a:gd name="connsiteX110" fmla="*/ 1262301 w 4495800"/>
              <a:gd name="connsiteY110" fmla="*/ 4483456 h 4495800"/>
              <a:gd name="connsiteX111" fmla="*/ 1220048 w 4495800"/>
              <a:gd name="connsiteY111" fmla="*/ 4480865 h 4495800"/>
              <a:gd name="connsiteX112" fmla="*/ 1179967 w 4495800"/>
              <a:gd name="connsiteY112" fmla="*/ 4478017 h 4495800"/>
              <a:gd name="connsiteX113" fmla="*/ 1141800 w 4495800"/>
              <a:gd name="connsiteY113" fmla="*/ 4474922 h 4495800"/>
              <a:gd name="connsiteX114" fmla="*/ 1105329 w 4495800"/>
              <a:gd name="connsiteY114" fmla="*/ 4471578 h 4495800"/>
              <a:gd name="connsiteX115" fmla="*/ 1070372 w 4495800"/>
              <a:gd name="connsiteY115" fmla="*/ 4467978 h 4495800"/>
              <a:gd name="connsiteX116" fmla="*/ 1036796 w 4495800"/>
              <a:gd name="connsiteY116" fmla="*/ 4464130 h 4495800"/>
              <a:gd name="connsiteX117" fmla="*/ 1004478 w 4495800"/>
              <a:gd name="connsiteY117" fmla="*/ 4460034 h 4495800"/>
              <a:gd name="connsiteX118" fmla="*/ 973303 w 4495800"/>
              <a:gd name="connsiteY118" fmla="*/ 4455681 h 4495800"/>
              <a:gd name="connsiteX119" fmla="*/ 943194 w 4495800"/>
              <a:gd name="connsiteY119" fmla="*/ 4451080 h 4495800"/>
              <a:gd name="connsiteX120" fmla="*/ 914067 w 4495800"/>
              <a:gd name="connsiteY120" fmla="*/ 4446223 h 4495800"/>
              <a:gd name="connsiteX121" fmla="*/ 885854 w 4495800"/>
              <a:gd name="connsiteY121" fmla="*/ 4441108 h 4495800"/>
              <a:gd name="connsiteX122" fmla="*/ 858498 w 4495800"/>
              <a:gd name="connsiteY122" fmla="*/ 4435736 h 4495800"/>
              <a:gd name="connsiteX123" fmla="*/ 831952 w 4495800"/>
              <a:gd name="connsiteY123" fmla="*/ 4430106 h 4495800"/>
              <a:gd name="connsiteX124" fmla="*/ 806167 w 4495800"/>
              <a:gd name="connsiteY124" fmla="*/ 4424220 h 4495800"/>
              <a:gd name="connsiteX125" fmla="*/ 781098 w 4495800"/>
              <a:gd name="connsiteY125" fmla="*/ 4418076 h 4495800"/>
              <a:gd name="connsiteX126" fmla="*/ 756704 w 4495800"/>
              <a:gd name="connsiteY126" fmla="*/ 4411666 h 4495800"/>
              <a:gd name="connsiteX127" fmla="*/ 732968 w 4495800"/>
              <a:gd name="connsiteY127" fmla="*/ 4404999 h 4495800"/>
              <a:gd name="connsiteX128" fmla="*/ 709851 w 4495800"/>
              <a:gd name="connsiteY128" fmla="*/ 4398074 h 4495800"/>
              <a:gd name="connsiteX129" fmla="*/ 687324 w 4495800"/>
              <a:gd name="connsiteY129" fmla="*/ 4390873 h 4495800"/>
              <a:gd name="connsiteX130" fmla="*/ 665369 w 4495800"/>
              <a:gd name="connsiteY130" fmla="*/ 4383415 h 4495800"/>
              <a:gd name="connsiteX131" fmla="*/ 643947 w 4495800"/>
              <a:gd name="connsiteY131" fmla="*/ 4375681 h 4495800"/>
              <a:gd name="connsiteX132" fmla="*/ 623059 w 4495800"/>
              <a:gd name="connsiteY132" fmla="*/ 4367680 h 4495800"/>
              <a:gd name="connsiteX133" fmla="*/ 602675 w 4495800"/>
              <a:gd name="connsiteY133" fmla="*/ 4359412 h 4495800"/>
              <a:gd name="connsiteX134" fmla="*/ 582778 w 4495800"/>
              <a:gd name="connsiteY134" fmla="*/ 4350868 h 4495800"/>
              <a:gd name="connsiteX135" fmla="*/ 563356 w 4495800"/>
              <a:gd name="connsiteY135" fmla="*/ 4342038 h 4495800"/>
              <a:gd name="connsiteX136" fmla="*/ 544392 w 4495800"/>
              <a:gd name="connsiteY136" fmla="*/ 4332942 h 4495800"/>
              <a:gd name="connsiteX137" fmla="*/ 525875 w 4495800"/>
              <a:gd name="connsiteY137" fmla="*/ 4323569 h 4495800"/>
              <a:gd name="connsiteX138" fmla="*/ 507787 w 4495800"/>
              <a:gd name="connsiteY138" fmla="*/ 4313911 h 4495800"/>
              <a:gd name="connsiteX139" fmla="*/ 490118 w 4495800"/>
              <a:gd name="connsiteY139" fmla="*/ 4303957 h 4495800"/>
              <a:gd name="connsiteX140" fmla="*/ 472859 w 4495800"/>
              <a:gd name="connsiteY140" fmla="*/ 4293727 h 4495800"/>
              <a:gd name="connsiteX141" fmla="*/ 456000 w 4495800"/>
              <a:gd name="connsiteY141" fmla="*/ 4283202 h 4495800"/>
              <a:gd name="connsiteX142" fmla="*/ 439541 w 4495800"/>
              <a:gd name="connsiteY142" fmla="*/ 4272392 h 4495800"/>
              <a:gd name="connsiteX143" fmla="*/ 423453 w 4495800"/>
              <a:gd name="connsiteY143" fmla="*/ 4261276 h 4495800"/>
              <a:gd name="connsiteX144" fmla="*/ 407737 w 4495800"/>
              <a:gd name="connsiteY144" fmla="*/ 4249865 h 4495800"/>
              <a:gd name="connsiteX145" fmla="*/ 392392 w 4495800"/>
              <a:gd name="connsiteY145" fmla="*/ 4238149 h 4495800"/>
              <a:gd name="connsiteX146" fmla="*/ 377400 w 4495800"/>
              <a:gd name="connsiteY146" fmla="*/ 4226128 h 4495800"/>
              <a:gd name="connsiteX147" fmla="*/ 362760 w 4495800"/>
              <a:gd name="connsiteY147" fmla="*/ 4213803 h 4495800"/>
              <a:gd name="connsiteX148" fmla="*/ 348472 w 4495800"/>
              <a:gd name="connsiteY148" fmla="*/ 4201154 h 4495800"/>
              <a:gd name="connsiteX149" fmla="*/ 334518 w 4495800"/>
              <a:gd name="connsiteY149" fmla="*/ 4188190 h 4495800"/>
              <a:gd name="connsiteX150" fmla="*/ 320897 w 4495800"/>
              <a:gd name="connsiteY150" fmla="*/ 4174903 h 4495800"/>
              <a:gd name="connsiteX151" fmla="*/ 307610 w 4495800"/>
              <a:gd name="connsiteY151" fmla="*/ 4161282 h 4495800"/>
              <a:gd name="connsiteX152" fmla="*/ 294646 w 4495800"/>
              <a:gd name="connsiteY152" fmla="*/ 4147328 h 4495800"/>
              <a:gd name="connsiteX153" fmla="*/ 281997 w 4495800"/>
              <a:gd name="connsiteY153" fmla="*/ 4133041 h 4495800"/>
              <a:gd name="connsiteX154" fmla="*/ 269672 w 4495800"/>
              <a:gd name="connsiteY154" fmla="*/ 4118400 h 4495800"/>
              <a:gd name="connsiteX155" fmla="*/ 257651 w 4495800"/>
              <a:gd name="connsiteY155" fmla="*/ 4103408 h 4495800"/>
              <a:gd name="connsiteX156" fmla="*/ 245936 w 4495800"/>
              <a:gd name="connsiteY156" fmla="*/ 4088063 h 4495800"/>
              <a:gd name="connsiteX157" fmla="*/ 234525 w 4495800"/>
              <a:gd name="connsiteY157" fmla="*/ 4072347 h 4495800"/>
              <a:gd name="connsiteX158" fmla="*/ 223409 w 4495800"/>
              <a:gd name="connsiteY158" fmla="*/ 4056260 h 4495800"/>
              <a:gd name="connsiteX159" fmla="*/ 212598 w 4495800"/>
              <a:gd name="connsiteY159" fmla="*/ 4039800 h 4495800"/>
              <a:gd name="connsiteX160" fmla="*/ 202073 w 4495800"/>
              <a:gd name="connsiteY160" fmla="*/ 4022941 h 4495800"/>
              <a:gd name="connsiteX161" fmla="*/ 191843 w 4495800"/>
              <a:gd name="connsiteY161" fmla="*/ 4005682 h 4495800"/>
              <a:gd name="connsiteX162" fmla="*/ 181889 w 4495800"/>
              <a:gd name="connsiteY162" fmla="*/ 3988013 h 4495800"/>
              <a:gd name="connsiteX163" fmla="*/ 172231 w 4495800"/>
              <a:gd name="connsiteY163" fmla="*/ 3969925 h 4495800"/>
              <a:gd name="connsiteX164" fmla="*/ 162858 w 4495800"/>
              <a:gd name="connsiteY164" fmla="*/ 3951408 h 4495800"/>
              <a:gd name="connsiteX165" fmla="*/ 153762 w 4495800"/>
              <a:gd name="connsiteY165" fmla="*/ 3932444 h 4495800"/>
              <a:gd name="connsiteX166" fmla="*/ 144932 w 4495800"/>
              <a:gd name="connsiteY166" fmla="*/ 3913023 h 4495800"/>
              <a:gd name="connsiteX167" fmla="*/ 136388 w 4495800"/>
              <a:gd name="connsiteY167" fmla="*/ 3893125 h 4495800"/>
              <a:gd name="connsiteX168" fmla="*/ 128121 w 4495800"/>
              <a:gd name="connsiteY168" fmla="*/ 3872741 h 4495800"/>
              <a:gd name="connsiteX169" fmla="*/ 120120 w 4495800"/>
              <a:gd name="connsiteY169" fmla="*/ 3851853 h 4495800"/>
              <a:gd name="connsiteX170" fmla="*/ 112385 w 4495800"/>
              <a:gd name="connsiteY170" fmla="*/ 3830431 h 4495800"/>
              <a:gd name="connsiteX171" fmla="*/ 104927 w 4495800"/>
              <a:gd name="connsiteY171" fmla="*/ 3808476 h 4495800"/>
              <a:gd name="connsiteX172" fmla="*/ 97727 w 4495800"/>
              <a:gd name="connsiteY172" fmla="*/ 3785950 h 4495800"/>
              <a:gd name="connsiteX173" fmla="*/ 90802 w 4495800"/>
              <a:gd name="connsiteY173" fmla="*/ 3762832 h 4495800"/>
              <a:gd name="connsiteX174" fmla="*/ 84134 w 4495800"/>
              <a:gd name="connsiteY174" fmla="*/ 3739096 h 4495800"/>
              <a:gd name="connsiteX175" fmla="*/ 77724 w 4495800"/>
              <a:gd name="connsiteY175" fmla="*/ 3714702 h 4495800"/>
              <a:gd name="connsiteX176" fmla="*/ 71580 w 4495800"/>
              <a:gd name="connsiteY176" fmla="*/ 3689633 h 4495800"/>
              <a:gd name="connsiteX177" fmla="*/ 65694 w 4495800"/>
              <a:gd name="connsiteY177" fmla="*/ 3663849 h 4495800"/>
              <a:gd name="connsiteX178" fmla="*/ 60065 w 4495800"/>
              <a:gd name="connsiteY178" fmla="*/ 3637302 h 4495800"/>
              <a:gd name="connsiteX179" fmla="*/ 54693 w 4495800"/>
              <a:gd name="connsiteY179" fmla="*/ 3609947 h 4495800"/>
              <a:gd name="connsiteX180" fmla="*/ 49578 w 4495800"/>
              <a:gd name="connsiteY180" fmla="*/ 3581734 h 4495800"/>
              <a:gd name="connsiteX181" fmla="*/ 44720 w 4495800"/>
              <a:gd name="connsiteY181" fmla="*/ 3552606 h 4495800"/>
              <a:gd name="connsiteX182" fmla="*/ 40119 w 4495800"/>
              <a:gd name="connsiteY182" fmla="*/ 3522498 h 4495800"/>
              <a:gd name="connsiteX183" fmla="*/ 35766 w 4495800"/>
              <a:gd name="connsiteY183" fmla="*/ 3491322 h 4495800"/>
              <a:gd name="connsiteX184" fmla="*/ 31671 w 4495800"/>
              <a:gd name="connsiteY184" fmla="*/ 3459004 h 4495800"/>
              <a:gd name="connsiteX185" fmla="*/ 27823 w 4495800"/>
              <a:gd name="connsiteY185" fmla="*/ 3425428 h 4495800"/>
              <a:gd name="connsiteX186" fmla="*/ 24222 w 4495800"/>
              <a:gd name="connsiteY186" fmla="*/ 3390471 h 4495800"/>
              <a:gd name="connsiteX187" fmla="*/ 20879 w 4495800"/>
              <a:gd name="connsiteY187" fmla="*/ 3354000 h 4495800"/>
              <a:gd name="connsiteX188" fmla="*/ 17783 w 4495800"/>
              <a:gd name="connsiteY188" fmla="*/ 3315833 h 4495800"/>
              <a:gd name="connsiteX189" fmla="*/ 14935 w 4495800"/>
              <a:gd name="connsiteY189" fmla="*/ 3275753 h 4495800"/>
              <a:gd name="connsiteX190" fmla="*/ 12344 w 4495800"/>
              <a:gd name="connsiteY190" fmla="*/ 3233500 h 4495800"/>
              <a:gd name="connsiteX191" fmla="*/ 9992 w 4495800"/>
              <a:gd name="connsiteY191" fmla="*/ 3188742 h 4495800"/>
              <a:gd name="connsiteX192" fmla="*/ 7896 w 4495800"/>
              <a:gd name="connsiteY192" fmla="*/ 3141040 h 4495800"/>
              <a:gd name="connsiteX193" fmla="*/ 6039 w 4495800"/>
              <a:gd name="connsiteY193" fmla="*/ 3089805 h 4495800"/>
              <a:gd name="connsiteX194" fmla="*/ 4439 w 4495800"/>
              <a:gd name="connsiteY194" fmla="*/ 3034246 h 4495800"/>
              <a:gd name="connsiteX195" fmla="*/ 3086 w 4495800"/>
              <a:gd name="connsiteY195" fmla="*/ 2973181 h 4495800"/>
              <a:gd name="connsiteX196" fmla="*/ 1972 w 4495800"/>
              <a:gd name="connsiteY196" fmla="*/ 2904811 h 4495800"/>
              <a:gd name="connsiteX197" fmla="*/ 1105 w 4495800"/>
              <a:gd name="connsiteY197" fmla="*/ 2826039 h 4495800"/>
              <a:gd name="connsiteX198" fmla="*/ 495 w 4495800"/>
              <a:gd name="connsiteY198" fmla="*/ 2730751 h 4495800"/>
              <a:gd name="connsiteX199" fmla="*/ 124 w 4495800"/>
              <a:gd name="connsiteY199" fmla="*/ 2602754 h 4495800"/>
              <a:gd name="connsiteX200" fmla="*/ 0 w 4495800"/>
              <a:gd name="connsiteY200" fmla="*/ 2247900 h 4495800"/>
              <a:gd name="connsiteX201" fmla="*/ 124 w 4495800"/>
              <a:gd name="connsiteY201" fmla="*/ 1893046 h 4495800"/>
              <a:gd name="connsiteX202" fmla="*/ 495 w 4495800"/>
              <a:gd name="connsiteY202" fmla="*/ 1765049 h 4495800"/>
              <a:gd name="connsiteX203" fmla="*/ 1105 w 4495800"/>
              <a:gd name="connsiteY203" fmla="*/ 1669761 h 4495800"/>
              <a:gd name="connsiteX204" fmla="*/ 1972 w 4495800"/>
              <a:gd name="connsiteY204" fmla="*/ 1590989 h 4495800"/>
              <a:gd name="connsiteX205" fmla="*/ 3086 w 4495800"/>
              <a:gd name="connsiteY205" fmla="*/ 1522619 h 4495800"/>
              <a:gd name="connsiteX206" fmla="*/ 4439 w 4495800"/>
              <a:gd name="connsiteY206" fmla="*/ 1461554 h 4495800"/>
              <a:gd name="connsiteX207" fmla="*/ 6039 w 4495800"/>
              <a:gd name="connsiteY207" fmla="*/ 1405995 h 4495800"/>
              <a:gd name="connsiteX208" fmla="*/ 7896 w 4495800"/>
              <a:gd name="connsiteY208" fmla="*/ 1354760 h 4495800"/>
              <a:gd name="connsiteX209" fmla="*/ 9992 w 4495800"/>
              <a:gd name="connsiteY209" fmla="*/ 1307059 h 4495800"/>
              <a:gd name="connsiteX210" fmla="*/ 12344 w 4495800"/>
              <a:gd name="connsiteY210" fmla="*/ 1262301 h 4495800"/>
              <a:gd name="connsiteX211" fmla="*/ 14935 w 4495800"/>
              <a:gd name="connsiteY211" fmla="*/ 1220048 h 4495800"/>
              <a:gd name="connsiteX212" fmla="*/ 17783 w 4495800"/>
              <a:gd name="connsiteY212" fmla="*/ 1179967 h 4495800"/>
              <a:gd name="connsiteX213" fmla="*/ 20879 w 4495800"/>
              <a:gd name="connsiteY213" fmla="*/ 1141800 h 4495800"/>
              <a:gd name="connsiteX214" fmla="*/ 24222 w 4495800"/>
              <a:gd name="connsiteY214" fmla="*/ 1105329 h 4495800"/>
              <a:gd name="connsiteX215" fmla="*/ 27823 w 4495800"/>
              <a:gd name="connsiteY215" fmla="*/ 1070372 h 4495800"/>
              <a:gd name="connsiteX216" fmla="*/ 31671 w 4495800"/>
              <a:gd name="connsiteY216" fmla="*/ 1036796 h 4495800"/>
              <a:gd name="connsiteX217" fmla="*/ 35766 w 4495800"/>
              <a:gd name="connsiteY217" fmla="*/ 1004478 h 4495800"/>
              <a:gd name="connsiteX218" fmla="*/ 40119 w 4495800"/>
              <a:gd name="connsiteY218" fmla="*/ 973303 h 4495800"/>
              <a:gd name="connsiteX219" fmla="*/ 44720 w 4495800"/>
              <a:gd name="connsiteY219" fmla="*/ 943194 h 4495800"/>
              <a:gd name="connsiteX220" fmla="*/ 49578 w 4495800"/>
              <a:gd name="connsiteY220" fmla="*/ 914067 h 4495800"/>
              <a:gd name="connsiteX221" fmla="*/ 54693 w 4495800"/>
              <a:gd name="connsiteY221" fmla="*/ 885854 h 4495800"/>
              <a:gd name="connsiteX222" fmla="*/ 60065 w 4495800"/>
              <a:gd name="connsiteY222" fmla="*/ 858498 h 4495800"/>
              <a:gd name="connsiteX223" fmla="*/ 65694 w 4495800"/>
              <a:gd name="connsiteY223" fmla="*/ 831952 h 4495800"/>
              <a:gd name="connsiteX224" fmla="*/ 71580 w 4495800"/>
              <a:gd name="connsiteY224" fmla="*/ 806167 h 4495800"/>
              <a:gd name="connsiteX225" fmla="*/ 77724 w 4495800"/>
              <a:gd name="connsiteY225" fmla="*/ 781098 h 4495800"/>
              <a:gd name="connsiteX226" fmla="*/ 84134 w 4495800"/>
              <a:gd name="connsiteY226" fmla="*/ 756704 h 4495800"/>
              <a:gd name="connsiteX227" fmla="*/ 90802 w 4495800"/>
              <a:gd name="connsiteY227" fmla="*/ 732968 h 4495800"/>
              <a:gd name="connsiteX228" fmla="*/ 97727 w 4495800"/>
              <a:gd name="connsiteY228" fmla="*/ 709851 h 4495800"/>
              <a:gd name="connsiteX229" fmla="*/ 104927 w 4495800"/>
              <a:gd name="connsiteY229" fmla="*/ 687324 h 4495800"/>
              <a:gd name="connsiteX230" fmla="*/ 112385 w 4495800"/>
              <a:gd name="connsiteY230" fmla="*/ 665369 h 4495800"/>
              <a:gd name="connsiteX231" fmla="*/ 120120 w 4495800"/>
              <a:gd name="connsiteY231" fmla="*/ 643947 h 4495800"/>
              <a:gd name="connsiteX232" fmla="*/ 128121 w 4495800"/>
              <a:gd name="connsiteY232" fmla="*/ 623059 h 4495800"/>
              <a:gd name="connsiteX233" fmla="*/ 136388 w 4495800"/>
              <a:gd name="connsiteY233" fmla="*/ 602675 h 4495800"/>
              <a:gd name="connsiteX234" fmla="*/ 144932 w 4495800"/>
              <a:gd name="connsiteY234" fmla="*/ 582778 h 4495800"/>
              <a:gd name="connsiteX235" fmla="*/ 153762 w 4495800"/>
              <a:gd name="connsiteY235" fmla="*/ 563356 h 4495800"/>
              <a:gd name="connsiteX236" fmla="*/ 162858 w 4495800"/>
              <a:gd name="connsiteY236" fmla="*/ 544392 h 4495800"/>
              <a:gd name="connsiteX237" fmla="*/ 172231 w 4495800"/>
              <a:gd name="connsiteY237" fmla="*/ 525875 h 4495800"/>
              <a:gd name="connsiteX238" fmla="*/ 181889 w 4495800"/>
              <a:gd name="connsiteY238" fmla="*/ 507787 h 4495800"/>
              <a:gd name="connsiteX239" fmla="*/ 191843 w 4495800"/>
              <a:gd name="connsiteY239" fmla="*/ 490118 h 4495800"/>
              <a:gd name="connsiteX240" fmla="*/ 202073 w 4495800"/>
              <a:gd name="connsiteY240" fmla="*/ 472859 h 4495800"/>
              <a:gd name="connsiteX241" fmla="*/ 212598 w 4495800"/>
              <a:gd name="connsiteY241" fmla="*/ 456000 h 4495800"/>
              <a:gd name="connsiteX242" fmla="*/ 223409 w 4495800"/>
              <a:gd name="connsiteY242" fmla="*/ 439541 h 4495800"/>
              <a:gd name="connsiteX243" fmla="*/ 234525 w 4495800"/>
              <a:gd name="connsiteY243" fmla="*/ 423453 h 4495800"/>
              <a:gd name="connsiteX244" fmla="*/ 245936 w 4495800"/>
              <a:gd name="connsiteY244" fmla="*/ 407737 h 4495800"/>
              <a:gd name="connsiteX245" fmla="*/ 257651 w 4495800"/>
              <a:gd name="connsiteY245" fmla="*/ 392392 h 4495800"/>
              <a:gd name="connsiteX246" fmla="*/ 269672 w 4495800"/>
              <a:gd name="connsiteY246" fmla="*/ 377400 h 4495800"/>
              <a:gd name="connsiteX247" fmla="*/ 281997 w 4495800"/>
              <a:gd name="connsiteY247" fmla="*/ 362760 h 4495800"/>
              <a:gd name="connsiteX248" fmla="*/ 294646 w 4495800"/>
              <a:gd name="connsiteY248" fmla="*/ 348472 h 4495800"/>
              <a:gd name="connsiteX249" fmla="*/ 307610 w 4495800"/>
              <a:gd name="connsiteY249" fmla="*/ 334518 h 4495800"/>
              <a:gd name="connsiteX250" fmla="*/ 320897 w 4495800"/>
              <a:gd name="connsiteY250" fmla="*/ 320897 h 4495800"/>
              <a:gd name="connsiteX251" fmla="*/ 334518 w 4495800"/>
              <a:gd name="connsiteY251" fmla="*/ 307610 h 4495800"/>
              <a:gd name="connsiteX252" fmla="*/ 348472 w 4495800"/>
              <a:gd name="connsiteY252" fmla="*/ 294646 h 4495800"/>
              <a:gd name="connsiteX253" fmla="*/ 362760 w 4495800"/>
              <a:gd name="connsiteY253" fmla="*/ 281997 h 4495800"/>
              <a:gd name="connsiteX254" fmla="*/ 377400 w 4495800"/>
              <a:gd name="connsiteY254" fmla="*/ 269672 h 4495800"/>
              <a:gd name="connsiteX255" fmla="*/ 392392 w 4495800"/>
              <a:gd name="connsiteY255" fmla="*/ 257651 h 4495800"/>
              <a:gd name="connsiteX256" fmla="*/ 407737 w 4495800"/>
              <a:gd name="connsiteY256" fmla="*/ 245936 h 4495800"/>
              <a:gd name="connsiteX257" fmla="*/ 423453 w 4495800"/>
              <a:gd name="connsiteY257" fmla="*/ 234525 h 4495800"/>
              <a:gd name="connsiteX258" fmla="*/ 439541 w 4495800"/>
              <a:gd name="connsiteY258" fmla="*/ 223409 h 4495800"/>
              <a:gd name="connsiteX259" fmla="*/ 456000 w 4495800"/>
              <a:gd name="connsiteY259" fmla="*/ 212598 h 4495800"/>
              <a:gd name="connsiteX260" fmla="*/ 472859 w 4495800"/>
              <a:gd name="connsiteY260" fmla="*/ 202073 h 4495800"/>
              <a:gd name="connsiteX261" fmla="*/ 490118 w 4495800"/>
              <a:gd name="connsiteY261" fmla="*/ 191843 h 4495800"/>
              <a:gd name="connsiteX262" fmla="*/ 507787 w 4495800"/>
              <a:gd name="connsiteY262" fmla="*/ 181889 h 4495800"/>
              <a:gd name="connsiteX263" fmla="*/ 525875 w 4495800"/>
              <a:gd name="connsiteY263" fmla="*/ 172231 h 4495800"/>
              <a:gd name="connsiteX264" fmla="*/ 544392 w 4495800"/>
              <a:gd name="connsiteY264" fmla="*/ 162858 h 4495800"/>
              <a:gd name="connsiteX265" fmla="*/ 563356 w 4495800"/>
              <a:gd name="connsiteY265" fmla="*/ 153762 h 4495800"/>
              <a:gd name="connsiteX266" fmla="*/ 582778 w 4495800"/>
              <a:gd name="connsiteY266" fmla="*/ 144932 h 4495800"/>
              <a:gd name="connsiteX267" fmla="*/ 602675 w 4495800"/>
              <a:gd name="connsiteY267" fmla="*/ 136388 h 4495800"/>
              <a:gd name="connsiteX268" fmla="*/ 623059 w 4495800"/>
              <a:gd name="connsiteY268" fmla="*/ 128121 h 4495800"/>
              <a:gd name="connsiteX269" fmla="*/ 643947 w 4495800"/>
              <a:gd name="connsiteY269" fmla="*/ 120120 h 4495800"/>
              <a:gd name="connsiteX270" fmla="*/ 665369 w 4495800"/>
              <a:gd name="connsiteY270" fmla="*/ 112385 h 4495800"/>
              <a:gd name="connsiteX271" fmla="*/ 687324 w 4495800"/>
              <a:gd name="connsiteY271" fmla="*/ 104927 h 4495800"/>
              <a:gd name="connsiteX272" fmla="*/ 709851 w 4495800"/>
              <a:gd name="connsiteY272" fmla="*/ 97727 h 4495800"/>
              <a:gd name="connsiteX273" fmla="*/ 732968 w 4495800"/>
              <a:gd name="connsiteY273" fmla="*/ 90802 h 4495800"/>
              <a:gd name="connsiteX274" fmla="*/ 756704 w 4495800"/>
              <a:gd name="connsiteY274" fmla="*/ 84134 h 4495800"/>
              <a:gd name="connsiteX275" fmla="*/ 781098 w 4495800"/>
              <a:gd name="connsiteY275" fmla="*/ 77724 h 4495800"/>
              <a:gd name="connsiteX276" fmla="*/ 806167 w 4495800"/>
              <a:gd name="connsiteY276" fmla="*/ 71580 h 4495800"/>
              <a:gd name="connsiteX277" fmla="*/ 831952 w 4495800"/>
              <a:gd name="connsiteY277" fmla="*/ 65694 h 4495800"/>
              <a:gd name="connsiteX278" fmla="*/ 858498 w 4495800"/>
              <a:gd name="connsiteY278" fmla="*/ 60065 h 4495800"/>
              <a:gd name="connsiteX279" fmla="*/ 885854 w 4495800"/>
              <a:gd name="connsiteY279" fmla="*/ 54693 h 4495800"/>
              <a:gd name="connsiteX280" fmla="*/ 914067 w 4495800"/>
              <a:gd name="connsiteY280" fmla="*/ 49578 h 4495800"/>
              <a:gd name="connsiteX281" fmla="*/ 943194 w 4495800"/>
              <a:gd name="connsiteY281" fmla="*/ 44720 h 4495800"/>
              <a:gd name="connsiteX282" fmla="*/ 973303 w 4495800"/>
              <a:gd name="connsiteY282" fmla="*/ 40119 h 4495800"/>
              <a:gd name="connsiteX283" fmla="*/ 1004478 w 4495800"/>
              <a:gd name="connsiteY283" fmla="*/ 35766 h 4495800"/>
              <a:gd name="connsiteX284" fmla="*/ 1036796 w 4495800"/>
              <a:gd name="connsiteY284" fmla="*/ 31671 h 4495800"/>
              <a:gd name="connsiteX285" fmla="*/ 1070372 w 4495800"/>
              <a:gd name="connsiteY285" fmla="*/ 27823 h 4495800"/>
              <a:gd name="connsiteX286" fmla="*/ 1105329 w 4495800"/>
              <a:gd name="connsiteY286" fmla="*/ 24222 h 4495800"/>
              <a:gd name="connsiteX287" fmla="*/ 1141800 w 4495800"/>
              <a:gd name="connsiteY287" fmla="*/ 20879 h 4495800"/>
              <a:gd name="connsiteX288" fmla="*/ 1179967 w 4495800"/>
              <a:gd name="connsiteY288" fmla="*/ 17783 h 4495800"/>
              <a:gd name="connsiteX289" fmla="*/ 1220048 w 4495800"/>
              <a:gd name="connsiteY289" fmla="*/ 14935 h 4495800"/>
              <a:gd name="connsiteX290" fmla="*/ 1262301 w 4495800"/>
              <a:gd name="connsiteY290" fmla="*/ 12344 h 4495800"/>
              <a:gd name="connsiteX291" fmla="*/ 1307059 w 4495800"/>
              <a:gd name="connsiteY291" fmla="*/ 9992 h 4495800"/>
              <a:gd name="connsiteX292" fmla="*/ 1354760 w 4495800"/>
              <a:gd name="connsiteY292" fmla="*/ 7896 h 4495800"/>
              <a:gd name="connsiteX293" fmla="*/ 1405995 w 4495800"/>
              <a:gd name="connsiteY293" fmla="*/ 6039 h 4495800"/>
              <a:gd name="connsiteX294" fmla="*/ 1461554 w 4495800"/>
              <a:gd name="connsiteY294" fmla="*/ 4439 h 4495800"/>
              <a:gd name="connsiteX295" fmla="*/ 1522619 w 4495800"/>
              <a:gd name="connsiteY295" fmla="*/ 3086 h 4495800"/>
              <a:gd name="connsiteX296" fmla="*/ 1590989 w 4495800"/>
              <a:gd name="connsiteY296" fmla="*/ 1972 h 4495800"/>
              <a:gd name="connsiteX297" fmla="*/ 1669761 w 4495800"/>
              <a:gd name="connsiteY297" fmla="*/ 1105 h 4495800"/>
              <a:gd name="connsiteX298" fmla="*/ 1765049 w 4495800"/>
              <a:gd name="connsiteY298" fmla="*/ 495 h 4495800"/>
              <a:gd name="connsiteX299" fmla="*/ 1893046 w 4495800"/>
              <a:gd name="connsiteY299" fmla="*/ 124 h 4495800"/>
              <a:gd name="connsiteX300" fmla="*/ 2247900 w 4495800"/>
              <a:gd name="connsiteY300" fmla="*/ 0 h 4495800"/>
              <a:gd name="connsiteX301" fmla="*/ 2602754 w 4495800"/>
              <a:gd name="connsiteY301" fmla="*/ 124 h 4495800"/>
              <a:gd name="connsiteX302" fmla="*/ 2730751 w 4495800"/>
              <a:gd name="connsiteY302" fmla="*/ 495 h 4495800"/>
              <a:gd name="connsiteX303" fmla="*/ 2826039 w 4495800"/>
              <a:gd name="connsiteY303" fmla="*/ 1105 h 4495800"/>
              <a:gd name="connsiteX304" fmla="*/ 2904811 w 4495800"/>
              <a:gd name="connsiteY304" fmla="*/ 1972 h 4495800"/>
              <a:gd name="connsiteX305" fmla="*/ 2973181 w 4495800"/>
              <a:gd name="connsiteY305" fmla="*/ 3086 h 4495800"/>
              <a:gd name="connsiteX306" fmla="*/ 3034246 w 4495800"/>
              <a:gd name="connsiteY306" fmla="*/ 4439 h 4495800"/>
              <a:gd name="connsiteX307" fmla="*/ 3089805 w 4495800"/>
              <a:gd name="connsiteY307" fmla="*/ 6039 h 4495800"/>
              <a:gd name="connsiteX308" fmla="*/ 3141040 w 4495800"/>
              <a:gd name="connsiteY308" fmla="*/ 7896 h 4495800"/>
              <a:gd name="connsiteX309" fmla="*/ 3188742 w 4495800"/>
              <a:gd name="connsiteY309" fmla="*/ 9992 h 4495800"/>
              <a:gd name="connsiteX310" fmla="*/ 3233500 w 4495800"/>
              <a:gd name="connsiteY310" fmla="*/ 12344 h 4495800"/>
              <a:gd name="connsiteX311" fmla="*/ 3275753 w 4495800"/>
              <a:gd name="connsiteY311" fmla="*/ 14935 h 4495800"/>
              <a:gd name="connsiteX312" fmla="*/ 3315833 w 4495800"/>
              <a:gd name="connsiteY312" fmla="*/ 17783 h 4495800"/>
              <a:gd name="connsiteX313" fmla="*/ 3354000 w 4495800"/>
              <a:gd name="connsiteY313" fmla="*/ 20879 h 4495800"/>
              <a:gd name="connsiteX314" fmla="*/ 3390471 w 4495800"/>
              <a:gd name="connsiteY314" fmla="*/ 24222 h 4495800"/>
              <a:gd name="connsiteX315" fmla="*/ 3425428 w 4495800"/>
              <a:gd name="connsiteY315" fmla="*/ 27823 h 4495800"/>
              <a:gd name="connsiteX316" fmla="*/ 3459004 w 4495800"/>
              <a:gd name="connsiteY316" fmla="*/ 31671 h 4495800"/>
              <a:gd name="connsiteX317" fmla="*/ 3491322 w 4495800"/>
              <a:gd name="connsiteY317" fmla="*/ 35766 h 4495800"/>
              <a:gd name="connsiteX318" fmla="*/ 3522498 w 4495800"/>
              <a:gd name="connsiteY318" fmla="*/ 40119 h 4495800"/>
              <a:gd name="connsiteX319" fmla="*/ 3552606 w 4495800"/>
              <a:gd name="connsiteY319" fmla="*/ 44720 h 4495800"/>
              <a:gd name="connsiteX320" fmla="*/ 3581734 w 4495800"/>
              <a:gd name="connsiteY320" fmla="*/ 49578 h 4495800"/>
              <a:gd name="connsiteX321" fmla="*/ 3609947 w 4495800"/>
              <a:gd name="connsiteY321" fmla="*/ 54693 h 4495800"/>
              <a:gd name="connsiteX322" fmla="*/ 3637302 w 4495800"/>
              <a:gd name="connsiteY322" fmla="*/ 60065 h 4495800"/>
              <a:gd name="connsiteX323" fmla="*/ 3663849 w 4495800"/>
              <a:gd name="connsiteY323" fmla="*/ 65694 h 4495800"/>
              <a:gd name="connsiteX324" fmla="*/ 3689633 w 4495800"/>
              <a:gd name="connsiteY324" fmla="*/ 71580 h 4495800"/>
              <a:gd name="connsiteX325" fmla="*/ 3714702 w 4495800"/>
              <a:gd name="connsiteY325" fmla="*/ 77724 h 4495800"/>
              <a:gd name="connsiteX326" fmla="*/ 3739096 w 4495800"/>
              <a:gd name="connsiteY326" fmla="*/ 84134 h 4495800"/>
              <a:gd name="connsiteX327" fmla="*/ 3762832 w 4495800"/>
              <a:gd name="connsiteY327" fmla="*/ 90802 h 4495800"/>
              <a:gd name="connsiteX328" fmla="*/ 3785950 w 4495800"/>
              <a:gd name="connsiteY328" fmla="*/ 97727 h 4495800"/>
              <a:gd name="connsiteX329" fmla="*/ 3808476 w 4495800"/>
              <a:gd name="connsiteY329" fmla="*/ 104927 h 4495800"/>
              <a:gd name="connsiteX330" fmla="*/ 3830431 w 4495800"/>
              <a:gd name="connsiteY330" fmla="*/ 112385 h 4495800"/>
              <a:gd name="connsiteX331" fmla="*/ 3851853 w 4495800"/>
              <a:gd name="connsiteY331" fmla="*/ 120120 h 4495800"/>
              <a:gd name="connsiteX332" fmla="*/ 3872741 w 4495800"/>
              <a:gd name="connsiteY332" fmla="*/ 128121 h 4495800"/>
              <a:gd name="connsiteX333" fmla="*/ 3893125 w 4495800"/>
              <a:gd name="connsiteY333" fmla="*/ 136388 h 4495800"/>
              <a:gd name="connsiteX334" fmla="*/ 3913023 w 4495800"/>
              <a:gd name="connsiteY334" fmla="*/ 144932 h 4495800"/>
              <a:gd name="connsiteX335" fmla="*/ 3932444 w 4495800"/>
              <a:gd name="connsiteY335" fmla="*/ 153762 h 4495800"/>
              <a:gd name="connsiteX336" fmla="*/ 3951408 w 4495800"/>
              <a:gd name="connsiteY336" fmla="*/ 162858 h 4495800"/>
              <a:gd name="connsiteX337" fmla="*/ 3969925 w 4495800"/>
              <a:gd name="connsiteY337" fmla="*/ 172231 h 4495800"/>
              <a:gd name="connsiteX338" fmla="*/ 3988013 w 4495800"/>
              <a:gd name="connsiteY338" fmla="*/ 181889 h 4495800"/>
              <a:gd name="connsiteX339" fmla="*/ 4005682 w 4495800"/>
              <a:gd name="connsiteY339" fmla="*/ 191843 h 4495800"/>
              <a:gd name="connsiteX340" fmla="*/ 4022941 w 4495800"/>
              <a:gd name="connsiteY340" fmla="*/ 202073 h 4495800"/>
              <a:gd name="connsiteX341" fmla="*/ 4039800 w 4495800"/>
              <a:gd name="connsiteY341" fmla="*/ 212598 h 4495800"/>
              <a:gd name="connsiteX342" fmla="*/ 4056260 w 4495800"/>
              <a:gd name="connsiteY342" fmla="*/ 223409 h 4495800"/>
              <a:gd name="connsiteX343" fmla="*/ 4072347 w 4495800"/>
              <a:gd name="connsiteY343" fmla="*/ 234525 h 4495800"/>
              <a:gd name="connsiteX344" fmla="*/ 4088063 w 4495800"/>
              <a:gd name="connsiteY344" fmla="*/ 245936 h 4495800"/>
              <a:gd name="connsiteX345" fmla="*/ 4103408 w 4495800"/>
              <a:gd name="connsiteY345" fmla="*/ 257651 h 4495800"/>
              <a:gd name="connsiteX346" fmla="*/ 4118400 w 4495800"/>
              <a:gd name="connsiteY346" fmla="*/ 269672 h 4495800"/>
              <a:gd name="connsiteX347" fmla="*/ 4133041 w 4495800"/>
              <a:gd name="connsiteY347" fmla="*/ 281997 h 4495800"/>
              <a:gd name="connsiteX348" fmla="*/ 4147328 w 4495800"/>
              <a:gd name="connsiteY348" fmla="*/ 294646 h 4495800"/>
              <a:gd name="connsiteX349" fmla="*/ 4161282 w 4495800"/>
              <a:gd name="connsiteY349" fmla="*/ 307610 h 4495800"/>
              <a:gd name="connsiteX350" fmla="*/ 4174903 w 4495800"/>
              <a:gd name="connsiteY350" fmla="*/ 320897 h 4495800"/>
              <a:gd name="connsiteX351" fmla="*/ 4188190 w 4495800"/>
              <a:gd name="connsiteY351" fmla="*/ 334518 h 4495800"/>
              <a:gd name="connsiteX352" fmla="*/ 4201154 w 4495800"/>
              <a:gd name="connsiteY352" fmla="*/ 348472 h 4495800"/>
              <a:gd name="connsiteX353" fmla="*/ 4213803 w 4495800"/>
              <a:gd name="connsiteY353" fmla="*/ 362760 h 4495800"/>
              <a:gd name="connsiteX354" fmla="*/ 4226128 w 4495800"/>
              <a:gd name="connsiteY354" fmla="*/ 377400 h 4495800"/>
              <a:gd name="connsiteX355" fmla="*/ 4238149 w 4495800"/>
              <a:gd name="connsiteY355" fmla="*/ 392392 h 4495800"/>
              <a:gd name="connsiteX356" fmla="*/ 4249865 w 4495800"/>
              <a:gd name="connsiteY356" fmla="*/ 407737 h 4495800"/>
              <a:gd name="connsiteX357" fmla="*/ 4261276 w 4495800"/>
              <a:gd name="connsiteY357" fmla="*/ 423453 h 4495800"/>
              <a:gd name="connsiteX358" fmla="*/ 4272392 w 4495800"/>
              <a:gd name="connsiteY358" fmla="*/ 439541 h 4495800"/>
              <a:gd name="connsiteX359" fmla="*/ 4283202 w 4495800"/>
              <a:gd name="connsiteY359" fmla="*/ 456000 h 4495800"/>
              <a:gd name="connsiteX360" fmla="*/ 4293727 w 4495800"/>
              <a:gd name="connsiteY360" fmla="*/ 472859 h 4495800"/>
              <a:gd name="connsiteX361" fmla="*/ 4303957 w 4495800"/>
              <a:gd name="connsiteY361" fmla="*/ 490118 h 4495800"/>
              <a:gd name="connsiteX362" fmla="*/ 4313911 w 4495800"/>
              <a:gd name="connsiteY362" fmla="*/ 507787 h 4495800"/>
              <a:gd name="connsiteX363" fmla="*/ 4323569 w 4495800"/>
              <a:gd name="connsiteY363" fmla="*/ 525875 h 4495800"/>
              <a:gd name="connsiteX364" fmla="*/ 4332942 w 4495800"/>
              <a:gd name="connsiteY364" fmla="*/ 544392 h 4495800"/>
              <a:gd name="connsiteX365" fmla="*/ 4342038 w 4495800"/>
              <a:gd name="connsiteY365" fmla="*/ 563356 h 4495800"/>
              <a:gd name="connsiteX366" fmla="*/ 4350868 w 4495800"/>
              <a:gd name="connsiteY366" fmla="*/ 582778 h 4495800"/>
              <a:gd name="connsiteX367" fmla="*/ 4359412 w 4495800"/>
              <a:gd name="connsiteY367" fmla="*/ 602675 h 4495800"/>
              <a:gd name="connsiteX368" fmla="*/ 4367680 w 4495800"/>
              <a:gd name="connsiteY368" fmla="*/ 623059 h 4495800"/>
              <a:gd name="connsiteX369" fmla="*/ 4375681 w 4495800"/>
              <a:gd name="connsiteY369" fmla="*/ 643947 h 4495800"/>
              <a:gd name="connsiteX370" fmla="*/ 4383415 w 4495800"/>
              <a:gd name="connsiteY370" fmla="*/ 665369 h 4495800"/>
              <a:gd name="connsiteX371" fmla="*/ 4390873 w 4495800"/>
              <a:gd name="connsiteY371" fmla="*/ 687324 h 4495800"/>
              <a:gd name="connsiteX372" fmla="*/ 4398074 w 4495800"/>
              <a:gd name="connsiteY372" fmla="*/ 709851 h 4495800"/>
              <a:gd name="connsiteX373" fmla="*/ 4404999 w 4495800"/>
              <a:gd name="connsiteY373" fmla="*/ 732968 h 4495800"/>
              <a:gd name="connsiteX374" fmla="*/ 4411666 w 4495800"/>
              <a:gd name="connsiteY374" fmla="*/ 756704 h 4495800"/>
              <a:gd name="connsiteX375" fmla="*/ 4418076 w 4495800"/>
              <a:gd name="connsiteY375" fmla="*/ 781098 h 4495800"/>
              <a:gd name="connsiteX376" fmla="*/ 4424220 w 4495800"/>
              <a:gd name="connsiteY376" fmla="*/ 806167 h 4495800"/>
              <a:gd name="connsiteX377" fmla="*/ 4430106 w 4495800"/>
              <a:gd name="connsiteY377" fmla="*/ 831952 h 4495800"/>
              <a:gd name="connsiteX378" fmla="*/ 4435736 w 4495800"/>
              <a:gd name="connsiteY378" fmla="*/ 858498 h 4495800"/>
              <a:gd name="connsiteX379" fmla="*/ 4441108 w 4495800"/>
              <a:gd name="connsiteY379" fmla="*/ 885854 h 4495800"/>
              <a:gd name="connsiteX380" fmla="*/ 4446223 w 4495800"/>
              <a:gd name="connsiteY380" fmla="*/ 914067 h 4495800"/>
              <a:gd name="connsiteX381" fmla="*/ 4451080 w 4495800"/>
              <a:gd name="connsiteY381" fmla="*/ 943194 h 4495800"/>
              <a:gd name="connsiteX382" fmla="*/ 4455681 w 4495800"/>
              <a:gd name="connsiteY382" fmla="*/ 973303 h 4495800"/>
              <a:gd name="connsiteX383" fmla="*/ 4460034 w 4495800"/>
              <a:gd name="connsiteY383" fmla="*/ 1004478 h 4495800"/>
              <a:gd name="connsiteX384" fmla="*/ 4464130 w 4495800"/>
              <a:gd name="connsiteY384" fmla="*/ 1036796 h 4495800"/>
              <a:gd name="connsiteX385" fmla="*/ 4467978 w 4495800"/>
              <a:gd name="connsiteY385" fmla="*/ 1070372 h 4495800"/>
              <a:gd name="connsiteX386" fmla="*/ 4471578 w 4495800"/>
              <a:gd name="connsiteY386" fmla="*/ 1105329 h 4495800"/>
              <a:gd name="connsiteX387" fmla="*/ 4474922 w 4495800"/>
              <a:gd name="connsiteY387" fmla="*/ 1141800 h 4495800"/>
              <a:gd name="connsiteX388" fmla="*/ 4478017 w 4495800"/>
              <a:gd name="connsiteY388" fmla="*/ 1179967 h 4495800"/>
              <a:gd name="connsiteX389" fmla="*/ 4480865 w 4495800"/>
              <a:gd name="connsiteY389" fmla="*/ 1220048 h 4495800"/>
              <a:gd name="connsiteX390" fmla="*/ 4483456 w 4495800"/>
              <a:gd name="connsiteY390" fmla="*/ 1262301 h 4495800"/>
              <a:gd name="connsiteX391" fmla="*/ 4485808 w 4495800"/>
              <a:gd name="connsiteY391" fmla="*/ 1307059 h 4495800"/>
              <a:gd name="connsiteX392" fmla="*/ 4487904 w 4495800"/>
              <a:gd name="connsiteY392" fmla="*/ 1354760 h 4495800"/>
              <a:gd name="connsiteX393" fmla="*/ 4489761 w 4495800"/>
              <a:gd name="connsiteY393" fmla="*/ 1405995 h 4495800"/>
              <a:gd name="connsiteX394" fmla="*/ 4491362 w 4495800"/>
              <a:gd name="connsiteY394" fmla="*/ 1461554 h 4495800"/>
              <a:gd name="connsiteX395" fmla="*/ 4492714 w 4495800"/>
              <a:gd name="connsiteY395" fmla="*/ 1522619 h 4495800"/>
              <a:gd name="connsiteX396" fmla="*/ 4493829 w 4495800"/>
              <a:gd name="connsiteY396" fmla="*/ 1590989 h 4495800"/>
              <a:gd name="connsiteX397" fmla="*/ 4494695 w 4495800"/>
              <a:gd name="connsiteY397" fmla="*/ 1669761 h 4495800"/>
              <a:gd name="connsiteX398" fmla="*/ 4495305 w 4495800"/>
              <a:gd name="connsiteY398" fmla="*/ 1765049 h 4495800"/>
              <a:gd name="connsiteX399" fmla="*/ 4495676 w 4495800"/>
              <a:gd name="connsiteY399" fmla="*/ 1893046 h 449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</a:cxnLst>
            <a:rect l="l" t="t" r="r" b="b"/>
            <a:pathLst>
              <a:path w="4495800" h="4495800">
                <a:moveTo>
                  <a:pt x="4495800" y="2247900"/>
                </a:moveTo>
                <a:lnTo>
                  <a:pt x="4495676" y="2602754"/>
                </a:lnTo>
                <a:lnTo>
                  <a:pt x="4495305" y="2730751"/>
                </a:lnTo>
                <a:lnTo>
                  <a:pt x="4494695" y="2826039"/>
                </a:lnTo>
                <a:lnTo>
                  <a:pt x="4493829" y="2904811"/>
                </a:lnTo>
                <a:lnTo>
                  <a:pt x="4492714" y="2973181"/>
                </a:lnTo>
                <a:lnTo>
                  <a:pt x="4491362" y="3034246"/>
                </a:lnTo>
                <a:lnTo>
                  <a:pt x="4489761" y="3089805"/>
                </a:lnTo>
                <a:lnTo>
                  <a:pt x="4487904" y="3141040"/>
                </a:lnTo>
                <a:lnTo>
                  <a:pt x="4485808" y="3188742"/>
                </a:lnTo>
                <a:lnTo>
                  <a:pt x="4483456" y="3233500"/>
                </a:lnTo>
                <a:lnTo>
                  <a:pt x="4480865" y="3275753"/>
                </a:lnTo>
                <a:lnTo>
                  <a:pt x="4478017" y="3315833"/>
                </a:lnTo>
                <a:lnTo>
                  <a:pt x="4474922" y="3354000"/>
                </a:lnTo>
                <a:lnTo>
                  <a:pt x="4471578" y="3390471"/>
                </a:lnTo>
                <a:lnTo>
                  <a:pt x="4467978" y="3425428"/>
                </a:lnTo>
                <a:lnTo>
                  <a:pt x="4464130" y="3459004"/>
                </a:lnTo>
                <a:lnTo>
                  <a:pt x="4460034" y="3491322"/>
                </a:lnTo>
                <a:lnTo>
                  <a:pt x="4455681" y="3522498"/>
                </a:lnTo>
                <a:lnTo>
                  <a:pt x="4451080" y="3552606"/>
                </a:lnTo>
                <a:lnTo>
                  <a:pt x="4446223" y="3581734"/>
                </a:lnTo>
                <a:lnTo>
                  <a:pt x="4441108" y="3609947"/>
                </a:lnTo>
                <a:lnTo>
                  <a:pt x="4435736" y="3637302"/>
                </a:lnTo>
                <a:lnTo>
                  <a:pt x="4430106" y="3663849"/>
                </a:lnTo>
                <a:lnTo>
                  <a:pt x="4424220" y="3689633"/>
                </a:lnTo>
                <a:lnTo>
                  <a:pt x="4418076" y="3714702"/>
                </a:lnTo>
                <a:lnTo>
                  <a:pt x="4411666" y="3739096"/>
                </a:lnTo>
                <a:lnTo>
                  <a:pt x="4404999" y="3762832"/>
                </a:lnTo>
                <a:lnTo>
                  <a:pt x="4398074" y="3785950"/>
                </a:lnTo>
                <a:lnTo>
                  <a:pt x="4390873" y="3808476"/>
                </a:lnTo>
                <a:lnTo>
                  <a:pt x="4383415" y="3830431"/>
                </a:lnTo>
                <a:lnTo>
                  <a:pt x="4375681" y="3851853"/>
                </a:lnTo>
                <a:lnTo>
                  <a:pt x="4367680" y="3872741"/>
                </a:lnTo>
                <a:lnTo>
                  <a:pt x="4359412" y="3893125"/>
                </a:lnTo>
                <a:lnTo>
                  <a:pt x="4350868" y="3913023"/>
                </a:lnTo>
                <a:lnTo>
                  <a:pt x="4342038" y="3932444"/>
                </a:lnTo>
                <a:lnTo>
                  <a:pt x="4332942" y="3951408"/>
                </a:lnTo>
                <a:lnTo>
                  <a:pt x="4323569" y="3969925"/>
                </a:lnTo>
                <a:lnTo>
                  <a:pt x="4313911" y="3988013"/>
                </a:lnTo>
                <a:lnTo>
                  <a:pt x="4303957" y="4005682"/>
                </a:lnTo>
                <a:lnTo>
                  <a:pt x="4293727" y="4022941"/>
                </a:lnTo>
                <a:lnTo>
                  <a:pt x="4283202" y="4039800"/>
                </a:lnTo>
                <a:lnTo>
                  <a:pt x="4272392" y="4056260"/>
                </a:lnTo>
                <a:lnTo>
                  <a:pt x="4261276" y="4072347"/>
                </a:lnTo>
                <a:lnTo>
                  <a:pt x="4249865" y="4088063"/>
                </a:lnTo>
                <a:lnTo>
                  <a:pt x="4238149" y="4103408"/>
                </a:lnTo>
                <a:lnTo>
                  <a:pt x="4226128" y="4118400"/>
                </a:lnTo>
                <a:lnTo>
                  <a:pt x="4213803" y="4133041"/>
                </a:lnTo>
                <a:lnTo>
                  <a:pt x="4201154" y="4147328"/>
                </a:lnTo>
                <a:lnTo>
                  <a:pt x="4188190" y="4161282"/>
                </a:lnTo>
                <a:lnTo>
                  <a:pt x="4174903" y="4174903"/>
                </a:lnTo>
                <a:lnTo>
                  <a:pt x="4161282" y="4188190"/>
                </a:lnTo>
                <a:lnTo>
                  <a:pt x="4147328" y="4201154"/>
                </a:lnTo>
                <a:lnTo>
                  <a:pt x="4133041" y="4213803"/>
                </a:lnTo>
                <a:lnTo>
                  <a:pt x="4118400" y="4226128"/>
                </a:lnTo>
                <a:lnTo>
                  <a:pt x="4103408" y="4238149"/>
                </a:lnTo>
                <a:lnTo>
                  <a:pt x="4088063" y="4249865"/>
                </a:lnTo>
                <a:lnTo>
                  <a:pt x="4072347" y="4261276"/>
                </a:lnTo>
                <a:lnTo>
                  <a:pt x="4056260" y="4272392"/>
                </a:lnTo>
                <a:lnTo>
                  <a:pt x="4039800" y="4283202"/>
                </a:lnTo>
                <a:lnTo>
                  <a:pt x="4022941" y="4293727"/>
                </a:lnTo>
                <a:lnTo>
                  <a:pt x="4005682" y="4303957"/>
                </a:lnTo>
                <a:lnTo>
                  <a:pt x="3988013" y="4313911"/>
                </a:lnTo>
                <a:lnTo>
                  <a:pt x="3969925" y="4323569"/>
                </a:lnTo>
                <a:lnTo>
                  <a:pt x="3951408" y="4332942"/>
                </a:lnTo>
                <a:lnTo>
                  <a:pt x="3932444" y="4342038"/>
                </a:lnTo>
                <a:lnTo>
                  <a:pt x="3913023" y="4350868"/>
                </a:lnTo>
                <a:lnTo>
                  <a:pt x="3893125" y="4359412"/>
                </a:lnTo>
                <a:lnTo>
                  <a:pt x="3872741" y="4367680"/>
                </a:lnTo>
                <a:lnTo>
                  <a:pt x="3851853" y="4375681"/>
                </a:lnTo>
                <a:lnTo>
                  <a:pt x="3830431" y="4383415"/>
                </a:lnTo>
                <a:lnTo>
                  <a:pt x="3808476" y="4390873"/>
                </a:lnTo>
                <a:lnTo>
                  <a:pt x="3785950" y="4398074"/>
                </a:lnTo>
                <a:lnTo>
                  <a:pt x="3762832" y="4404999"/>
                </a:lnTo>
                <a:lnTo>
                  <a:pt x="3739096" y="4411666"/>
                </a:lnTo>
                <a:lnTo>
                  <a:pt x="3714702" y="4418076"/>
                </a:lnTo>
                <a:lnTo>
                  <a:pt x="3689633" y="4424220"/>
                </a:lnTo>
                <a:lnTo>
                  <a:pt x="3663849" y="4430106"/>
                </a:lnTo>
                <a:lnTo>
                  <a:pt x="3637302" y="4435736"/>
                </a:lnTo>
                <a:lnTo>
                  <a:pt x="3609947" y="4441108"/>
                </a:lnTo>
                <a:lnTo>
                  <a:pt x="3581734" y="4446223"/>
                </a:lnTo>
                <a:lnTo>
                  <a:pt x="3552606" y="4451080"/>
                </a:lnTo>
                <a:lnTo>
                  <a:pt x="3522498" y="4455681"/>
                </a:lnTo>
                <a:lnTo>
                  <a:pt x="3491322" y="4460034"/>
                </a:lnTo>
                <a:lnTo>
                  <a:pt x="3459004" y="4464130"/>
                </a:lnTo>
                <a:lnTo>
                  <a:pt x="3425428" y="4467978"/>
                </a:lnTo>
                <a:lnTo>
                  <a:pt x="3390471" y="4471578"/>
                </a:lnTo>
                <a:lnTo>
                  <a:pt x="3354000" y="4474922"/>
                </a:lnTo>
                <a:lnTo>
                  <a:pt x="3315833" y="4478017"/>
                </a:lnTo>
                <a:lnTo>
                  <a:pt x="3275753" y="4480865"/>
                </a:lnTo>
                <a:lnTo>
                  <a:pt x="3233500" y="4483456"/>
                </a:lnTo>
                <a:lnTo>
                  <a:pt x="3188742" y="4485808"/>
                </a:lnTo>
                <a:lnTo>
                  <a:pt x="3141040" y="4487904"/>
                </a:lnTo>
                <a:lnTo>
                  <a:pt x="3089805" y="4489761"/>
                </a:lnTo>
                <a:lnTo>
                  <a:pt x="3034246" y="4491362"/>
                </a:lnTo>
                <a:lnTo>
                  <a:pt x="2973181" y="4492714"/>
                </a:lnTo>
                <a:lnTo>
                  <a:pt x="2904811" y="4493829"/>
                </a:lnTo>
                <a:lnTo>
                  <a:pt x="2826039" y="4494695"/>
                </a:lnTo>
                <a:lnTo>
                  <a:pt x="2730751" y="4495305"/>
                </a:lnTo>
                <a:lnTo>
                  <a:pt x="2602754" y="4495676"/>
                </a:lnTo>
                <a:lnTo>
                  <a:pt x="2247900" y="4495800"/>
                </a:lnTo>
                <a:lnTo>
                  <a:pt x="1893046" y="4495676"/>
                </a:lnTo>
                <a:lnTo>
                  <a:pt x="1765049" y="4495305"/>
                </a:lnTo>
                <a:lnTo>
                  <a:pt x="1669761" y="4494695"/>
                </a:lnTo>
                <a:lnTo>
                  <a:pt x="1590989" y="4493829"/>
                </a:lnTo>
                <a:lnTo>
                  <a:pt x="1522619" y="4492714"/>
                </a:lnTo>
                <a:lnTo>
                  <a:pt x="1461554" y="4491362"/>
                </a:lnTo>
                <a:lnTo>
                  <a:pt x="1405995" y="4489761"/>
                </a:lnTo>
                <a:lnTo>
                  <a:pt x="1354760" y="4487904"/>
                </a:lnTo>
                <a:lnTo>
                  <a:pt x="1307059" y="4485808"/>
                </a:lnTo>
                <a:lnTo>
                  <a:pt x="1262301" y="4483456"/>
                </a:lnTo>
                <a:lnTo>
                  <a:pt x="1220048" y="4480865"/>
                </a:lnTo>
                <a:lnTo>
                  <a:pt x="1179967" y="4478017"/>
                </a:lnTo>
                <a:lnTo>
                  <a:pt x="1141800" y="4474922"/>
                </a:lnTo>
                <a:lnTo>
                  <a:pt x="1105329" y="4471578"/>
                </a:lnTo>
                <a:lnTo>
                  <a:pt x="1070372" y="4467978"/>
                </a:lnTo>
                <a:lnTo>
                  <a:pt x="1036796" y="4464130"/>
                </a:lnTo>
                <a:lnTo>
                  <a:pt x="1004478" y="4460034"/>
                </a:lnTo>
                <a:lnTo>
                  <a:pt x="973303" y="4455681"/>
                </a:lnTo>
                <a:lnTo>
                  <a:pt x="943194" y="4451080"/>
                </a:lnTo>
                <a:lnTo>
                  <a:pt x="914067" y="4446223"/>
                </a:lnTo>
                <a:lnTo>
                  <a:pt x="885854" y="4441108"/>
                </a:lnTo>
                <a:lnTo>
                  <a:pt x="858498" y="4435736"/>
                </a:lnTo>
                <a:lnTo>
                  <a:pt x="831952" y="4430106"/>
                </a:lnTo>
                <a:lnTo>
                  <a:pt x="806167" y="4424220"/>
                </a:lnTo>
                <a:lnTo>
                  <a:pt x="781098" y="4418076"/>
                </a:lnTo>
                <a:lnTo>
                  <a:pt x="756704" y="4411666"/>
                </a:lnTo>
                <a:lnTo>
                  <a:pt x="732968" y="4404999"/>
                </a:lnTo>
                <a:lnTo>
                  <a:pt x="709851" y="4398074"/>
                </a:lnTo>
                <a:lnTo>
                  <a:pt x="687324" y="4390873"/>
                </a:lnTo>
                <a:lnTo>
                  <a:pt x="665369" y="4383415"/>
                </a:lnTo>
                <a:lnTo>
                  <a:pt x="643947" y="4375681"/>
                </a:lnTo>
                <a:lnTo>
                  <a:pt x="623059" y="4367680"/>
                </a:lnTo>
                <a:lnTo>
                  <a:pt x="602675" y="4359412"/>
                </a:lnTo>
                <a:lnTo>
                  <a:pt x="582778" y="4350868"/>
                </a:lnTo>
                <a:lnTo>
                  <a:pt x="563356" y="4342038"/>
                </a:lnTo>
                <a:lnTo>
                  <a:pt x="544392" y="4332942"/>
                </a:lnTo>
                <a:lnTo>
                  <a:pt x="525875" y="4323569"/>
                </a:lnTo>
                <a:lnTo>
                  <a:pt x="507787" y="4313911"/>
                </a:lnTo>
                <a:lnTo>
                  <a:pt x="490118" y="4303957"/>
                </a:lnTo>
                <a:lnTo>
                  <a:pt x="472859" y="4293727"/>
                </a:lnTo>
                <a:lnTo>
                  <a:pt x="456000" y="4283202"/>
                </a:lnTo>
                <a:lnTo>
                  <a:pt x="439541" y="4272392"/>
                </a:lnTo>
                <a:lnTo>
                  <a:pt x="423453" y="4261276"/>
                </a:lnTo>
                <a:lnTo>
                  <a:pt x="407737" y="4249865"/>
                </a:lnTo>
                <a:lnTo>
                  <a:pt x="392392" y="4238149"/>
                </a:lnTo>
                <a:lnTo>
                  <a:pt x="377400" y="4226128"/>
                </a:lnTo>
                <a:lnTo>
                  <a:pt x="362760" y="4213803"/>
                </a:lnTo>
                <a:lnTo>
                  <a:pt x="348472" y="4201154"/>
                </a:lnTo>
                <a:lnTo>
                  <a:pt x="334518" y="4188190"/>
                </a:lnTo>
                <a:lnTo>
                  <a:pt x="320897" y="4174903"/>
                </a:lnTo>
                <a:lnTo>
                  <a:pt x="307610" y="4161282"/>
                </a:lnTo>
                <a:lnTo>
                  <a:pt x="294646" y="4147328"/>
                </a:lnTo>
                <a:lnTo>
                  <a:pt x="281997" y="4133041"/>
                </a:lnTo>
                <a:lnTo>
                  <a:pt x="269672" y="4118400"/>
                </a:lnTo>
                <a:lnTo>
                  <a:pt x="257651" y="4103408"/>
                </a:lnTo>
                <a:lnTo>
                  <a:pt x="245936" y="4088063"/>
                </a:lnTo>
                <a:lnTo>
                  <a:pt x="234525" y="4072347"/>
                </a:lnTo>
                <a:lnTo>
                  <a:pt x="223409" y="4056260"/>
                </a:lnTo>
                <a:lnTo>
                  <a:pt x="212598" y="4039800"/>
                </a:lnTo>
                <a:lnTo>
                  <a:pt x="202073" y="4022941"/>
                </a:lnTo>
                <a:lnTo>
                  <a:pt x="191843" y="4005682"/>
                </a:lnTo>
                <a:lnTo>
                  <a:pt x="181889" y="3988013"/>
                </a:lnTo>
                <a:lnTo>
                  <a:pt x="172231" y="3969925"/>
                </a:lnTo>
                <a:lnTo>
                  <a:pt x="162858" y="3951408"/>
                </a:lnTo>
                <a:lnTo>
                  <a:pt x="153762" y="3932444"/>
                </a:lnTo>
                <a:lnTo>
                  <a:pt x="144932" y="3913023"/>
                </a:lnTo>
                <a:lnTo>
                  <a:pt x="136388" y="3893125"/>
                </a:lnTo>
                <a:lnTo>
                  <a:pt x="128121" y="3872741"/>
                </a:lnTo>
                <a:lnTo>
                  <a:pt x="120120" y="3851853"/>
                </a:lnTo>
                <a:lnTo>
                  <a:pt x="112385" y="3830431"/>
                </a:lnTo>
                <a:lnTo>
                  <a:pt x="104927" y="3808476"/>
                </a:lnTo>
                <a:lnTo>
                  <a:pt x="97727" y="3785950"/>
                </a:lnTo>
                <a:lnTo>
                  <a:pt x="90802" y="3762832"/>
                </a:lnTo>
                <a:lnTo>
                  <a:pt x="84134" y="3739096"/>
                </a:lnTo>
                <a:lnTo>
                  <a:pt x="77724" y="3714702"/>
                </a:lnTo>
                <a:lnTo>
                  <a:pt x="71580" y="3689633"/>
                </a:lnTo>
                <a:lnTo>
                  <a:pt x="65694" y="3663849"/>
                </a:lnTo>
                <a:lnTo>
                  <a:pt x="60065" y="3637302"/>
                </a:lnTo>
                <a:lnTo>
                  <a:pt x="54693" y="3609947"/>
                </a:lnTo>
                <a:lnTo>
                  <a:pt x="49578" y="3581734"/>
                </a:lnTo>
                <a:lnTo>
                  <a:pt x="44720" y="3552606"/>
                </a:lnTo>
                <a:lnTo>
                  <a:pt x="40119" y="3522498"/>
                </a:lnTo>
                <a:lnTo>
                  <a:pt x="35766" y="3491322"/>
                </a:lnTo>
                <a:lnTo>
                  <a:pt x="31671" y="3459004"/>
                </a:lnTo>
                <a:lnTo>
                  <a:pt x="27823" y="3425428"/>
                </a:lnTo>
                <a:lnTo>
                  <a:pt x="24222" y="3390471"/>
                </a:lnTo>
                <a:lnTo>
                  <a:pt x="20879" y="3354000"/>
                </a:lnTo>
                <a:lnTo>
                  <a:pt x="17783" y="3315833"/>
                </a:lnTo>
                <a:lnTo>
                  <a:pt x="14935" y="3275753"/>
                </a:lnTo>
                <a:lnTo>
                  <a:pt x="12344" y="3233500"/>
                </a:lnTo>
                <a:lnTo>
                  <a:pt x="9992" y="3188742"/>
                </a:lnTo>
                <a:lnTo>
                  <a:pt x="7896" y="3141040"/>
                </a:lnTo>
                <a:lnTo>
                  <a:pt x="6039" y="3089805"/>
                </a:lnTo>
                <a:lnTo>
                  <a:pt x="4439" y="3034246"/>
                </a:lnTo>
                <a:lnTo>
                  <a:pt x="3086" y="2973181"/>
                </a:lnTo>
                <a:lnTo>
                  <a:pt x="1972" y="2904811"/>
                </a:lnTo>
                <a:lnTo>
                  <a:pt x="1105" y="2826039"/>
                </a:lnTo>
                <a:lnTo>
                  <a:pt x="495" y="2730751"/>
                </a:lnTo>
                <a:lnTo>
                  <a:pt x="124" y="2602754"/>
                </a:lnTo>
                <a:lnTo>
                  <a:pt x="0" y="2247900"/>
                </a:lnTo>
                <a:lnTo>
                  <a:pt x="124" y="1893046"/>
                </a:lnTo>
                <a:lnTo>
                  <a:pt x="495" y="1765049"/>
                </a:lnTo>
                <a:lnTo>
                  <a:pt x="1105" y="1669761"/>
                </a:lnTo>
                <a:lnTo>
                  <a:pt x="1972" y="1590989"/>
                </a:lnTo>
                <a:lnTo>
                  <a:pt x="3086" y="1522619"/>
                </a:lnTo>
                <a:lnTo>
                  <a:pt x="4439" y="1461554"/>
                </a:lnTo>
                <a:lnTo>
                  <a:pt x="6039" y="1405995"/>
                </a:lnTo>
                <a:lnTo>
                  <a:pt x="7896" y="1354760"/>
                </a:lnTo>
                <a:lnTo>
                  <a:pt x="9992" y="1307059"/>
                </a:lnTo>
                <a:lnTo>
                  <a:pt x="12344" y="1262301"/>
                </a:lnTo>
                <a:lnTo>
                  <a:pt x="14935" y="1220048"/>
                </a:lnTo>
                <a:lnTo>
                  <a:pt x="17783" y="1179967"/>
                </a:lnTo>
                <a:lnTo>
                  <a:pt x="20879" y="1141800"/>
                </a:lnTo>
                <a:lnTo>
                  <a:pt x="24222" y="1105329"/>
                </a:lnTo>
                <a:lnTo>
                  <a:pt x="27823" y="1070372"/>
                </a:lnTo>
                <a:lnTo>
                  <a:pt x="31671" y="1036796"/>
                </a:lnTo>
                <a:lnTo>
                  <a:pt x="35766" y="1004478"/>
                </a:lnTo>
                <a:lnTo>
                  <a:pt x="40119" y="973303"/>
                </a:lnTo>
                <a:lnTo>
                  <a:pt x="44720" y="943194"/>
                </a:lnTo>
                <a:lnTo>
                  <a:pt x="49578" y="914067"/>
                </a:lnTo>
                <a:lnTo>
                  <a:pt x="54693" y="885854"/>
                </a:lnTo>
                <a:lnTo>
                  <a:pt x="60065" y="858498"/>
                </a:lnTo>
                <a:lnTo>
                  <a:pt x="65694" y="831952"/>
                </a:lnTo>
                <a:lnTo>
                  <a:pt x="71580" y="806167"/>
                </a:lnTo>
                <a:lnTo>
                  <a:pt x="77724" y="781098"/>
                </a:lnTo>
                <a:lnTo>
                  <a:pt x="84134" y="756704"/>
                </a:lnTo>
                <a:lnTo>
                  <a:pt x="90802" y="732968"/>
                </a:lnTo>
                <a:lnTo>
                  <a:pt x="97727" y="709851"/>
                </a:lnTo>
                <a:lnTo>
                  <a:pt x="104927" y="687324"/>
                </a:lnTo>
                <a:lnTo>
                  <a:pt x="112385" y="665369"/>
                </a:lnTo>
                <a:lnTo>
                  <a:pt x="120120" y="643947"/>
                </a:lnTo>
                <a:lnTo>
                  <a:pt x="128121" y="623059"/>
                </a:lnTo>
                <a:lnTo>
                  <a:pt x="136388" y="602675"/>
                </a:lnTo>
                <a:lnTo>
                  <a:pt x="144932" y="582778"/>
                </a:lnTo>
                <a:lnTo>
                  <a:pt x="153762" y="563356"/>
                </a:lnTo>
                <a:lnTo>
                  <a:pt x="162858" y="544392"/>
                </a:lnTo>
                <a:lnTo>
                  <a:pt x="172231" y="525875"/>
                </a:lnTo>
                <a:lnTo>
                  <a:pt x="181889" y="507787"/>
                </a:lnTo>
                <a:lnTo>
                  <a:pt x="191843" y="490118"/>
                </a:lnTo>
                <a:lnTo>
                  <a:pt x="202073" y="472859"/>
                </a:lnTo>
                <a:lnTo>
                  <a:pt x="212598" y="456000"/>
                </a:lnTo>
                <a:lnTo>
                  <a:pt x="223409" y="439541"/>
                </a:lnTo>
                <a:lnTo>
                  <a:pt x="234525" y="423453"/>
                </a:lnTo>
                <a:lnTo>
                  <a:pt x="245936" y="407737"/>
                </a:lnTo>
                <a:lnTo>
                  <a:pt x="257651" y="392392"/>
                </a:lnTo>
                <a:lnTo>
                  <a:pt x="269672" y="377400"/>
                </a:lnTo>
                <a:lnTo>
                  <a:pt x="281997" y="362760"/>
                </a:lnTo>
                <a:lnTo>
                  <a:pt x="294646" y="348472"/>
                </a:lnTo>
                <a:lnTo>
                  <a:pt x="307610" y="334518"/>
                </a:lnTo>
                <a:lnTo>
                  <a:pt x="320897" y="320897"/>
                </a:lnTo>
                <a:lnTo>
                  <a:pt x="334518" y="307610"/>
                </a:lnTo>
                <a:lnTo>
                  <a:pt x="348472" y="294646"/>
                </a:lnTo>
                <a:lnTo>
                  <a:pt x="362760" y="281997"/>
                </a:lnTo>
                <a:lnTo>
                  <a:pt x="377400" y="269672"/>
                </a:lnTo>
                <a:lnTo>
                  <a:pt x="392392" y="257651"/>
                </a:lnTo>
                <a:lnTo>
                  <a:pt x="407737" y="245936"/>
                </a:lnTo>
                <a:lnTo>
                  <a:pt x="423453" y="234525"/>
                </a:lnTo>
                <a:lnTo>
                  <a:pt x="439541" y="223409"/>
                </a:lnTo>
                <a:lnTo>
                  <a:pt x="456000" y="212598"/>
                </a:lnTo>
                <a:lnTo>
                  <a:pt x="472859" y="202073"/>
                </a:lnTo>
                <a:lnTo>
                  <a:pt x="490118" y="191843"/>
                </a:lnTo>
                <a:lnTo>
                  <a:pt x="507787" y="181889"/>
                </a:lnTo>
                <a:lnTo>
                  <a:pt x="525875" y="172231"/>
                </a:lnTo>
                <a:lnTo>
                  <a:pt x="544392" y="162858"/>
                </a:lnTo>
                <a:lnTo>
                  <a:pt x="563356" y="153762"/>
                </a:lnTo>
                <a:lnTo>
                  <a:pt x="582778" y="144932"/>
                </a:lnTo>
                <a:lnTo>
                  <a:pt x="602675" y="136388"/>
                </a:lnTo>
                <a:lnTo>
                  <a:pt x="623059" y="128121"/>
                </a:lnTo>
                <a:lnTo>
                  <a:pt x="643947" y="120120"/>
                </a:lnTo>
                <a:lnTo>
                  <a:pt x="665369" y="112385"/>
                </a:lnTo>
                <a:lnTo>
                  <a:pt x="687324" y="104927"/>
                </a:lnTo>
                <a:lnTo>
                  <a:pt x="709851" y="97727"/>
                </a:lnTo>
                <a:lnTo>
                  <a:pt x="732968" y="90802"/>
                </a:lnTo>
                <a:lnTo>
                  <a:pt x="756704" y="84134"/>
                </a:lnTo>
                <a:lnTo>
                  <a:pt x="781098" y="77724"/>
                </a:lnTo>
                <a:lnTo>
                  <a:pt x="806167" y="71580"/>
                </a:lnTo>
                <a:lnTo>
                  <a:pt x="831952" y="65694"/>
                </a:lnTo>
                <a:lnTo>
                  <a:pt x="858498" y="60065"/>
                </a:lnTo>
                <a:lnTo>
                  <a:pt x="885854" y="54693"/>
                </a:lnTo>
                <a:lnTo>
                  <a:pt x="914067" y="49578"/>
                </a:lnTo>
                <a:lnTo>
                  <a:pt x="943194" y="44720"/>
                </a:lnTo>
                <a:lnTo>
                  <a:pt x="973303" y="40119"/>
                </a:lnTo>
                <a:lnTo>
                  <a:pt x="1004478" y="35766"/>
                </a:lnTo>
                <a:lnTo>
                  <a:pt x="1036796" y="31671"/>
                </a:lnTo>
                <a:lnTo>
                  <a:pt x="1070372" y="27823"/>
                </a:lnTo>
                <a:lnTo>
                  <a:pt x="1105329" y="24222"/>
                </a:lnTo>
                <a:lnTo>
                  <a:pt x="1141800" y="20879"/>
                </a:lnTo>
                <a:lnTo>
                  <a:pt x="1179967" y="17783"/>
                </a:lnTo>
                <a:lnTo>
                  <a:pt x="1220048" y="14935"/>
                </a:lnTo>
                <a:lnTo>
                  <a:pt x="1262301" y="12344"/>
                </a:lnTo>
                <a:lnTo>
                  <a:pt x="1307059" y="9992"/>
                </a:lnTo>
                <a:lnTo>
                  <a:pt x="1354760" y="7896"/>
                </a:lnTo>
                <a:lnTo>
                  <a:pt x="1405995" y="6039"/>
                </a:lnTo>
                <a:lnTo>
                  <a:pt x="1461554" y="4439"/>
                </a:lnTo>
                <a:lnTo>
                  <a:pt x="1522619" y="3086"/>
                </a:lnTo>
                <a:lnTo>
                  <a:pt x="1590989" y="1972"/>
                </a:lnTo>
                <a:lnTo>
                  <a:pt x="1669761" y="1105"/>
                </a:lnTo>
                <a:lnTo>
                  <a:pt x="1765049" y="495"/>
                </a:lnTo>
                <a:lnTo>
                  <a:pt x="1893046" y="124"/>
                </a:lnTo>
                <a:lnTo>
                  <a:pt x="2247900" y="0"/>
                </a:lnTo>
                <a:lnTo>
                  <a:pt x="2602754" y="124"/>
                </a:lnTo>
                <a:lnTo>
                  <a:pt x="2730751" y="495"/>
                </a:lnTo>
                <a:lnTo>
                  <a:pt x="2826039" y="1105"/>
                </a:lnTo>
                <a:lnTo>
                  <a:pt x="2904811" y="1972"/>
                </a:lnTo>
                <a:lnTo>
                  <a:pt x="2973181" y="3086"/>
                </a:lnTo>
                <a:lnTo>
                  <a:pt x="3034246" y="4439"/>
                </a:lnTo>
                <a:lnTo>
                  <a:pt x="3089805" y="6039"/>
                </a:lnTo>
                <a:lnTo>
                  <a:pt x="3141040" y="7896"/>
                </a:lnTo>
                <a:lnTo>
                  <a:pt x="3188742" y="9992"/>
                </a:lnTo>
                <a:lnTo>
                  <a:pt x="3233500" y="12344"/>
                </a:lnTo>
                <a:lnTo>
                  <a:pt x="3275753" y="14935"/>
                </a:lnTo>
                <a:lnTo>
                  <a:pt x="3315833" y="17783"/>
                </a:lnTo>
                <a:lnTo>
                  <a:pt x="3354000" y="20879"/>
                </a:lnTo>
                <a:lnTo>
                  <a:pt x="3390471" y="24222"/>
                </a:lnTo>
                <a:lnTo>
                  <a:pt x="3425428" y="27823"/>
                </a:lnTo>
                <a:lnTo>
                  <a:pt x="3459004" y="31671"/>
                </a:lnTo>
                <a:lnTo>
                  <a:pt x="3491322" y="35766"/>
                </a:lnTo>
                <a:lnTo>
                  <a:pt x="3522498" y="40119"/>
                </a:lnTo>
                <a:lnTo>
                  <a:pt x="3552606" y="44720"/>
                </a:lnTo>
                <a:lnTo>
                  <a:pt x="3581734" y="49578"/>
                </a:lnTo>
                <a:lnTo>
                  <a:pt x="3609947" y="54693"/>
                </a:lnTo>
                <a:lnTo>
                  <a:pt x="3637302" y="60065"/>
                </a:lnTo>
                <a:lnTo>
                  <a:pt x="3663849" y="65694"/>
                </a:lnTo>
                <a:lnTo>
                  <a:pt x="3689633" y="71580"/>
                </a:lnTo>
                <a:lnTo>
                  <a:pt x="3714702" y="77724"/>
                </a:lnTo>
                <a:lnTo>
                  <a:pt x="3739096" y="84134"/>
                </a:lnTo>
                <a:lnTo>
                  <a:pt x="3762832" y="90802"/>
                </a:lnTo>
                <a:lnTo>
                  <a:pt x="3785950" y="97727"/>
                </a:lnTo>
                <a:lnTo>
                  <a:pt x="3808476" y="104927"/>
                </a:lnTo>
                <a:lnTo>
                  <a:pt x="3830431" y="112385"/>
                </a:lnTo>
                <a:lnTo>
                  <a:pt x="3851853" y="120120"/>
                </a:lnTo>
                <a:lnTo>
                  <a:pt x="3872741" y="128121"/>
                </a:lnTo>
                <a:lnTo>
                  <a:pt x="3893125" y="136388"/>
                </a:lnTo>
                <a:lnTo>
                  <a:pt x="3913023" y="144932"/>
                </a:lnTo>
                <a:lnTo>
                  <a:pt x="3932444" y="153762"/>
                </a:lnTo>
                <a:lnTo>
                  <a:pt x="3951408" y="162858"/>
                </a:lnTo>
                <a:lnTo>
                  <a:pt x="3969925" y="172231"/>
                </a:lnTo>
                <a:lnTo>
                  <a:pt x="3988013" y="181889"/>
                </a:lnTo>
                <a:lnTo>
                  <a:pt x="4005682" y="191843"/>
                </a:lnTo>
                <a:lnTo>
                  <a:pt x="4022941" y="202073"/>
                </a:lnTo>
                <a:lnTo>
                  <a:pt x="4039800" y="212598"/>
                </a:lnTo>
                <a:lnTo>
                  <a:pt x="4056260" y="223409"/>
                </a:lnTo>
                <a:lnTo>
                  <a:pt x="4072347" y="234525"/>
                </a:lnTo>
                <a:lnTo>
                  <a:pt x="4088063" y="245936"/>
                </a:lnTo>
                <a:lnTo>
                  <a:pt x="4103408" y="257651"/>
                </a:lnTo>
                <a:lnTo>
                  <a:pt x="4118400" y="269672"/>
                </a:lnTo>
                <a:lnTo>
                  <a:pt x="4133041" y="281997"/>
                </a:lnTo>
                <a:lnTo>
                  <a:pt x="4147328" y="294646"/>
                </a:lnTo>
                <a:lnTo>
                  <a:pt x="4161282" y="307610"/>
                </a:lnTo>
                <a:lnTo>
                  <a:pt x="4174903" y="320897"/>
                </a:lnTo>
                <a:lnTo>
                  <a:pt x="4188190" y="334518"/>
                </a:lnTo>
                <a:lnTo>
                  <a:pt x="4201154" y="348472"/>
                </a:lnTo>
                <a:lnTo>
                  <a:pt x="4213803" y="362760"/>
                </a:lnTo>
                <a:lnTo>
                  <a:pt x="4226128" y="377400"/>
                </a:lnTo>
                <a:lnTo>
                  <a:pt x="4238149" y="392392"/>
                </a:lnTo>
                <a:lnTo>
                  <a:pt x="4249865" y="407737"/>
                </a:lnTo>
                <a:lnTo>
                  <a:pt x="4261276" y="423453"/>
                </a:lnTo>
                <a:lnTo>
                  <a:pt x="4272392" y="439541"/>
                </a:lnTo>
                <a:lnTo>
                  <a:pt x="4283202" y="456000"/>
                </a:lnTo>
                <a:lnTo>
                  <a:pt x="4293727" y="472859"/>
                </a:lnTo>
                <a:lnTo>
                  <a:pt x="4303957" y="490118"/>
                </a:lnTo>
                <a:lnTo>
                  <a:pt x="4313911" y="507787"/>
                </a:lnTo>
                <a:lnTo>
                  <a:pt x="4323569" y="525875"/>
                </a:lnTo>
                <a:lnTo>
                  <a:pt x="4332942" y="544392"/>
                </a:lnTo>
                <a:lnTo>
                  <a:pt x="4342038" y="563356"/>
                </a:lnTo>
                <a:lnTo>
                  <a:pt x="4350868" y="582778"/>
                </a:lnTo>
                <a:lnTo>
                  <a:pt x="4359412" y="602675"/>
                </a:lnTo>
                <a:lnTo>
                  <a:pt x="4367680" y="623059"/>
                </a:lnTo>
                <a:lnTo>
                  <a:pt x="4375681" y="643947"/>
                </a:lnTo>
                <a:lnTo>
                  <a:pt x="4383415" y="665369"/>
                </a:lnTo>
                <a:lnTo>
                  <a:pt x="4390873" y="687324"/>
                </a:lnTo>
                <a:lnTo>
                  <a:pt x="4398074" y="709851"/>
                </a:lnTo>
                <a:lnTo>
                  <a:pt x="4404999" y="732968"/>
                </a:lnTo>
                <a:lnTo>
                  <a:pt x="4411666" y="756704"/>
                </a:lnTo>
                <a:lnTo>
                  <a:pt x="4418076" y="781098"/>
                </a:lnTo>
                <a:lnTo>
                  <a:pt x="4424220" y="806167"/>
                </a:lnTo>
                <a:lnTo>
                  <a:pt x="4430106" y="831952"/>
                </a:lnTo>
                <a:lnTo>
                  <a:pt x="4435736" y="858498"/>
                </a:lnTo>
                <a:lnTo>
                  <a:pt x="4441108" y="885854"/>
                </a:lnTo>
                <a:lnTo>
                  <a:pt x="4446223" y="914067"/>
                </a:lnTo>
                <a:lnTo>
                  <a:pt x="4451080" y="943194"/>
                </a:lnTo>
                <a:lnTo>
                  <a:pt x="4455681" y="973303"/>
                </a:lnTo>
                <a:lnTo>
                  <a:pt x="4460034" y="1004478"/>
                </a:lnTo>
                <a:lnTo>
                  <a:pt x="4464130" y="1036796"/>
                </a:lnTo>
                <a:lnTo>
                  <a:pt x="4467978" y="1070372"/>
                </a:lnTo>
                <a:lnTo>
                  <a:pt x="4471578" y="1105329"/>
                </a:lnTo>
                <a:lnTo>
                  <a:pt x="4474922" y="1141800"/>
                </a:lnTo>
                <a:lnTo>
                  <a:pt x="4478017" y="1179967"/>
                </a:lnTo>
                <a:lnTo>
                  <a:pt x="4480865" y="1220048"/>
                </a:lnTo>
                <a:lnTo>
                  <a:pt x="4483456" y="1262301"/>
                </a:lnTo>
                <a:lnTo>
                  <a:pt x="4485808" y="1307059"/>
                </a:lnTo>
                <a:lnTo>
                  <a:pt x="4487904" y="1354760"/>
                </a:lnTo>
                <a:lnTo>
                  <a:pt x="4489761" y="1405995"/>
                </a:lnTo>
                <a:lnTo>
                  <a:pt x="4491362" y="1461554"/>
                </a:lnTo>
                <a:lnTo>
                  <a:pt x="4492714" y="1522619"/>
                </a:lnTo>
                <a:lnTo>
                  <a:pt x="4493829" y="1590989"/>
                </a:lnTo>
                <a:lnTo>
                  <a:pt x="4494695" y="1669761"/>
                </a:lnTo>
                <a:lnTo>
                  <a:pt x="4495305" y="1765049"/>
                </a:lnTo>
                <a:lnTo>
                  <a:pt x="4495676" y="1893046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TW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FA551BC-C2E0-8E9F-A2BB-716E537FDA1A}"/>
              </a:ext>
            </a:extLst>
          </p:cNvPr>
          <p:cNvSpPr>
            <a:spLocks noChangeAspect="1"/>
          </p:cNvSpPr>
          <p:nvPr/>
        </p:nvSpPr>
        <p:spPr>
          <a:xfrm>
            <a:off x="7176000" y="1988998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20000">
                <a:srgbClr val="0099CC"/>
              </a:gs>
              <a:gs pos="8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3D137B4-1A0F-2859-F1E7-549DA37A929F}"/>
              </a:ext>
            </a:extLst>
          </p:cNvPr>
          <p:cNvSpPr>
            <a:spLocks noChangeAspect="1"/>
          </p:cNvSpPr>
          <p:nvPr/>
        </p:nvSpPr>
        <p:spPr>
          <a:xfrm>
            <a:off x="6756000" y="1988998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4A9BCB7-694E-5F92-0E2C-EDCC14D1E051}"/>
              </a:ext>
            </a:extLst>
          </p:cNvPr>
          <p:cNvSpPr>
            <a:spLocks noChangeAspect="1"/>
          </p:cNvSpPr>
          <p:nvPr/>
        </p:nvSpPr>
        <p:spPr>
          <a:xfrm>
            <a:off x="6336000" y="1988998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3AE332-1542-F544-DEBB-D4D63164BB59}"/>
              </a:ext>
            </a:extLst>
          </p:cNvPr>
          <p:cNvSpPr>
            <a:spLocks noChangeAspect="1"/>
          </p:cNvSpPr>
          <p:nvPr/>
        </p:nvSpPr>
        <p:spPr>
          <a:xfrm>
            <a:off x="5916000" y="1988998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80000">
                <a:srgbClr val="0099CC"/>
              </a:gs>
              <a:gs pos="2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60249DE-D698-A312-CABC-1E8DF16242B7}"/>
              </a:ext>
            </a:extLst>
          </p:cNvPr>
          <p:cNvSpPr>
            <a:spLocks noChangeAspect="1"/>
          </p:cNvSpPr>
          <p:nvPr/>
        </p:nvSpPr>
        <p:spPr>
          <a:xfrm>
            <a:off x="5496000" y="1988998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B73E2BB-2A73-7E47-C280-910E32EE9D0A}"/>
              </a:ext>
            </a:extLst>
          </p:cNvPr>
          <p:cNvSpPr>
            <a:spLocks noChangeAspect="1"/>
          </p:cNvSpPr>
          <p:nvPr/>
        </p:nvSpPr>
        <p:spPr>
          <a:xfrm>
            <a:off x="4656000" y="1988998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80000">
                <a:srgbClr val="00BEFD"/>
              </a:gs>
              <a:gs pos="2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76F4F0C-1B8E-F21E-B9D2-28A01D73BFD5}"/>
              </a:ext>
            </a:extLst>
          </p:cNvPr>
          <p:cNvSpPr>
            <a:spLocks noChangeAspect="1"/>
          </p:cNvSpPr>
          <p:nvPr/>
        </p:nvSpPr>
        <p:spPr>
          <a:xfrm>
            <a:off x="5076000" y="1988998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8B076306-EC32-C6FA-1D02-738E80214A80}"/>
              </a:ext>
            </a:extLst>
          </p:cNvPr>
          <p:cNvSpPr>
            <a:spLocks noChangeAspect="1"/>
          </p:cNvSpPr>
          <p:nvPr/>
        </p:nvSpPr>
        <p:spPr>
          <a:xfrm>
            <a:off x="717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2ECF8F9-2B0B-324D-958D-F3100E177718}"/>
              </a:ext>
            </a:extLst>
          </p:cNvPr>
          <p:cNvSpPr>
            <a:spLocks noChangeAspect="1"/>
          </p:cNvSpPr>
          <p:nvPr/>
        </p:nvSpPr>
        <p:spPr>
          <a:xfrm>
            <a:off x="675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E4F7047-D6BC-E41B-E530-7B14BAEA9E20}"/>
              </a:ext>
            </a:extLst>
          </p:cNvPr>
          <p:cNvSpPr>
            <a:spLocks noChangeAspect="1"/>
          </p:cNvSpPr>
          <p:nvPr/>
        </p:nvSpPr>
        <p:spPr>
          <a:xfrm>
            <a:off x="6336000" y="2408999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20000">
                <a:srgbClr val="0099CC"/>
              </a:gs>
              <a:gs pos="8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25C5D50-BAE0-B99D-C488-FC876588A871}"/>
              </a:ext>
            </a:extLst>
          </p:cNvPr>
          <p:cNvSpPr>
            <a:spLocks noChangeAspect="1"/>
          </p:cNvSpPr>
          <p:nvPr/>
        </p:nvSpPr>
        <p:spPr>
          <a:xfrm>
            <a:off x="591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018B3FF-7CEE-E2AD-A497-6B32E9D1415A}"/>
              </a:ext>
            </a:extLst>
          </p:cNvPr>
          <p:cNvSpPr>
            <a:spLocks noChangeAspect="1"/>
          </p:cNvSpPr>
          <p:nvPr/>
        </p:nvSpPr>
        <p:spPr>
          <a:xfrm>
            <a:off x="549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1C211335-2935-77DC-95FF-38A36BDDE743}"/>
              </a:ext>
            </a:extLst>
          </p:cNvPr>
          <p:cNvSpPr>
            <a:spLocks noChangeAspect="1"/>
          </p:cNvSpPr>
          <p:nvPr/>
        </p:nvSpPr>
        <p:spPr>
          <a:xfrm>
            <a:off x="465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EAA90958-223C-BA13-781E-D6D846503F42}"/>
              </a:ext>
            </a:extLst>
          </p:cNvPr>
          <p:cNvSpPr>
            <a:spLocks noChangeAspect="1"/>
          </p:cNvSpPr>
          <p:nvPr/>
        </p:nvSpPr>
        <p:spPr>
          <a:xfrm>
            <a:off x="5076000" y="2408999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791F307-4184-FD10-33F8-DAF335DCF4DD}"/>
              </a:ext>
            </a:extLst>
          </p:cNvPr>
          <p:cNvSpPr>
            <a:spLocks noChangeAspect="1"/>
          </p:cNvSpPr>
          <p:nvPr/>
        </p:nvSpPr>
        <p:spPr>
          <a:xfrm>
            <a:off x="717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F7C805D-F214-F15E-F458-C1FCC259E470}"/>
              </a:ext>
            </a:extLst>
          </p:cNvPr>
          <p:cNvSpPr>
            <a:spLocks noChangeAspect="1"/>
          </p:cNvSpPr>
          <p:nvPr/>
        </p:nvSpPr>
        <p:spPr>
          <a:xfrm>
            <a:off x="675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4B42EB9-8FD5-F445-66BE-40F5E1639FDA}"/>
              </a:ext>
            </a:extLst>
          </p:cNvPr>
          <p:cNvSpPr>
            <a:spLocks noChangeAspect="1"/>
          </p:cNvSpPr>
          <p:nvPr/>
        </p:nvSpPr>
        <p:spPr>
          <a:xfrm>
            <a:off x="633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4C0E67B5-9E98-A270-E8C1-4CAE9E73E37D}"/>
              </a:ext>
            </a:extLst>
          </p:cNvPr>
          <p:cNvSpPr>
            <a:spLocks noChangeAspect="1"/>
          </p:cNvSpPr>
          <p:nvPr/>
        </p:nvSpPr>
        <p:spPr>
          <a:xfrm>
            <a:off x="591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658F7DC-0586-FDB0-EFC4-55EAA7952183}"/>
              </a:ext>
            </a:extLst>
          </p:cNvPr>
          <p:cNvSpPr>
            <a:spLocks noChangeAspect="1"/>
          </p:cNvSpPr>
          <p:nvPr/>
        </p:nvSpPr>
        <p:spPr>
          <a:xfrm>
            <a:off x="549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C60C6EA-AF21-27F0-6B97-E010B56FF9D3}"/>
              </a:ext>
            </a:extLst>
          </p:cNvPr>
          <p:cNvSpPr>
            <a:spLocks noChangeAspect="1"/>
          </p:cNvSpPr>
          <p:nvPr/>
        </p:nvSpPr>
        <p:spPr>
          <a:xfrm>
            <a:off x="465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FA86B63-D099-9921-FABC-2035659584CC}"/>
              </a:ext>
            </a:extLst>
          </p:cNvPr>
          <p:cNvSpPr>
            <a:spLocks noChangeAspect="1"/>
          </p:cNvSpPr>
          <p:nvPr/>
        </p:nvSpPr>
        <p:spPr>
          <a:xfrm>
            <a:off x="5076000" y="2829000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5EFF3092-4CD9-E2E2-E961-FB5B1B1E1A17}"/>
              </a:ext>
            </a:extLst>
          </p:cNvPr>
          <p:cNvSpPr>
            <a:spLocks noChangeAspect="1"/>
          </p:cNvSpPr>
          <p:nvPr/>
        </p:nvSpPr>
        <p:spPr>
          <a:xfrm>
            <a:off x="7176000" y="3249001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20000">
                <a:srgbClr val="0099CC"/>
              </a:gs>
              <a:gs pos="8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310B7F7D-1B81-2AA7-20EE-DC3B6A348750}"/>
              </a:ext>
            </a:extLst>
          </p:cNvPr>
          <p:cNvSpPr>
            <a:spLocks noChangeAspect="1"/>
          </p:cNvSpPr>
          <p:nvPr/>
        </p:nvSpPr>
        <p:spPr>
          <a:xfrm>
            <a:off x="675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584D1AA6-E9F6-E58F-95A2-F486E59800DE}"/>
              </a:ext>
            </a:extLst>
          </p:cNvPr>
          <p:cNvSpPr>
            <a:spLocks noChangeAspect="1"/>
          </p:cNvSpPr>
          <p:nvPr/>
        </p:nvSpPr>
        <p:spPr>
          <a:xfrm>
            <a:off x="633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3C1A859D-F4E0-36D1-D3D9-E36428896090}"/>
              </a:ext>
            </a:extLst>
          </p:cNvPr>
          <p:cNvSpPr>
            <a:spLocks noChangeAspect="1"/>
          </p:cNvSpPr>
          <p:nvPr/>
        </p:nvSpPr>
        <p:spPr>
          <a:xfrm>
            <a:off x="591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608E8E70-ACC1-C541-6589-D4B7FF2A869C}"/>
              </a:ext>
            </a:extLst>
          </p:cNvPr>
          <p:cNvSpPr>
            <a:spLocks noChangeAspect="1"/>
          </p:cNvSpPr>
          <p:nvPr/>
        </p:nvSpPr>
        <p:spPr>
          <a:xfrm>
            <a:off x="549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F96A9662-A7E9-C759-D269-46711DAB5470}"/>
              </a:ext>
            </a:extLst>
          </p:cNvPr>
          <p:cNvSpPr>
            <a:spLocks noChangeAspect="1"/>
          </p:cNvSpPr>
          <p:nvPr/>
        </p:nvSpPr>
        <p:spPr>
          <a:xfrm>
            <a:off x="465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906026DC-390B-BF59-7B82-F0323470C3C7}"/>
              </a:ext>
            </a:extLst>
          </p:cNvPr>
          <p:cNvSpPr>
            <a:spLocks noChangeAspect="1"/>
          </p:cNvSpPr>
          <p:nvPr/>
        </p:nvSpPr>
        <p:spPr>
          <a:xfrm>
            <a:off x="5076000" y="3249001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6067211-6603-DDD4-5B83-4FEF4C6FAFF2}"/>
              </a:ext>
            </a:extLst>
          </p:cNvPr>
          <p:cNvSpPr>
            <a:spLocks noChangeAspect="1"/>
          </p:cNvSpPr>
          <p:nvPr/>
        </p:nvSpPr>
        <p:spPr>
          <a:xfrm>
            <a:off x="717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1679BB92-79D0-92EB-BAEB-B1291163DB3C}"/>
              </a:ext>
            </a:extLst>
          </p:cNvPr>
          <p:cNvSpPr>
            <a:spLocks noChangeAspect="1"/>
          </p:cNvSpPr>
          <p:nvPr/>
        </p:nvSpPr>
        <p:spPr>
          <a:xfrm>
            <a:off x="675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6D957DBB-11AF-B698-FA3E-26C48FF854A4}"/>
              </a:ext>
            </a:extLst>
          </p:cNvPr>
          <p:cNvSpPr>
            <a:spLocks noChangeAspect="1"/>
          </p:cNvSpPr>
          <p:nvPr/>
        </p:nvSpPr>
        <p:spPr>
          <a:xfrm>
            <a:off x="633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98936B67-4B05-3A11-79FA-CB5DCA44A8E0}"/>
              </a:ext>
            </a:extLst>
          </p:cNvPr>
          <p:cNvSpPr>
            <a:spLocks noChangeAspect="1"/>
          </p:cNvSpPr>
          <p:nvPr/>
        </p:nvSpPr>
        <p:spPr>
          <a:xfrm>
            <a:off x="591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99CC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723B9433-DC10-B544-188D-A12A3A1803EA}"/>
              </a:ext>
            </a:extLst>
          </p:cNvPr>
          <p:cNvSpPr>
            <a:spLocks noChangeAspect="1"/>
          </p:cNvSpPr>
          <p:nvPr/>
        </p:nvSpPr>
        <p:spPr>
          <a:xfrm>
            <a:off x="549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E057B0EF-531D-2549-AAA6-8BE859909BE3}"/>
              </a:ext>
            </a:extLst>
          </p:cNvPr>
          <p:cNvSpPr>
            <a:spLocks noChangeAspect="1"/>
          </p:cNvSpPr>
          <p:nvPr/>
        </p:nvSpPr>
        <p:spPr>
          <a:xfrm>
            <a:off x="465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C1C4AADD-21E0-3DCF-EECF-733277848052}"/>
              </a:ext>
            </a:extLst>
          </p:cNvPr>
          <p:cNvSpPr>
            <a:spLocks noChangeAspect="1"/>
          </p:cNvSpPr>
          <p:nvPr/>
        </p:nvSpPr>
        <p:spPr>
          <a:xfrm>
            <a:off x="5076000" y="3669002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2F5E8BB5-3393-7CCF-D4E0-EE4A7521C8F6}"/>
              </a:ext>
            </a:extLst>
          </p:cNvPr>
          <p:cNvSpPr>
            <a:spLocks noChangeAspect="1"/>
          </p:cNvSpPr>
          <p:nvPr/>
        </p:nvSpPr>
        <p:spPr>
          <a:xfrm>
            <a:off x="717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A21A1130-6779-95E8-0239-23989AE04D21}"/>
              </a:ext>
            </a:extLst>
          </p:cNvPr>
          <p:cNvSpPr>
            <a:spLocks noChangeAspect="1"/>
          </p:cNvSpPr>
          <p:nvPr/>
        </p:nvSpPr>
        <p:spPr>
          <a:xfrm>
            <a:off x="675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90243470-EB57-CC41-EE2C-78047AEE6AAE}"/>
              </a:ext>
            </a:extLst>
          </p:cNvPr>
          <p:cNvSpPr>
            <a:spLocks noChangeAspect="1"/>
          </p:cNvSpPr>
          <p:nvPr/>
        </p:nvSpPr>
        <p:spPr>
          <a:xfrm>
            <a:off x="633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AA4D0BD7-19B5-6531-861C-D288C504D1BF}"/>
              </a:ext>
            </a:extLst>
          </p:cNvPr>
          <p:cNvSpPr>
            <a:spLocks noChangeAspect="1"/>
          </p:cNvSpPr>
          <p:nvPr/>
        </p:nvSpPr>
        <p:spPr>
          <a:xfrm>
            <a:off x="5916000" y="4089003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20000">
                <a:srgbClr val="0099CC"/>
              </a:gs>
              <a:gs pos="8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B482C644-8C73-E205-08D2-46FE8148F3B6}"/>
              </a:ext>
            </a:extLst>
          </p:cNvPr>
          <p:cNvSpPr>
            <a:spLocks noChangeAspect="1"/>
          </p:cNvSpPr>
          <p:nvPr/>
        </p:nvSpPr>
        <p:spPr>
          <a:xfrm>
            <a:off x="549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2D4FD09-8DDC-EF1F-89D9-E768C4390291}"/>
              </a:ext>
            </a:extLst>
          </p:cNvPr>
          <p:cNvSpPr>
            <a:spLocks noChangeAspect="1"/>
          </p:cNvSpPr>
          <p:nvPr/>
        </p:nvSpPr>
        <p:spPr>
          <a:xfrm>
            <a:off x="465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D6F03334-0E9F-F468-D781-8C2C43577320}"/>
              </a:ext>
            </a:extLst>
          </p:cNvPr>
          <p:cNvSpPr>
            <a:spLocks noChangeAspect="1"/>
          </p:cNvSpPr>
          <p:nvPr/>
        </p:nvSpPr>
        <p:spPr>
          <a:xfrm>
            <a:off x="5076000" y="408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135C7568-F3DC-D1B4-3BC4-856835D2D5F4}"/>
              </a:ext>
            </a:extLst>
          </p:cNvPr>
          <p:cNvSpPr>
            <a:spLocks noChangeAspect="1"/>
          </p:cNvSpPr>
          <p:nvPr/>
        </p:nvSpPr>
        <p:spPr>
          <a:xfrm>
            <a:off x="717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A275717-3EF5-9ED8-33BE-D1C676EAEEFA}"/>
              </a:ext>
            </a:extLst>
          </p:cNvPr>
          <p:cNvSpPr>
            <a:spLocks noChangeAspect="1"/>
          </p:cNvSpPr>
          <p:nvPr/>
        </p:nvSpPr>
        <p:spPr>
          <a:xfrm>
            <a:off x="675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238D356F-368A-0DB0-B487-7DEC9E169A0A}"/>
              </a:ext>
            </a:extLst>
          </p:cNvPr>
          <p:cNvSpPr>
            <a:spLocks noChangeAspect="1"/>
          </p:cNvSpPr>
          <p:nvPr/>
        </p:nvSpPr>
        <p:spPr>
          <a:xfrm>
            <a:off x="633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0502F149-05AB-73BA-037D-6C04369479DA}"/>
              </a:ext>
            </a:extLst>
          </p:cNvPr>
          <p:cNvSpPr>
            <a:spLocks noChangeAspect="1"/>
          </p:cNvSpPr>
          <p:nvPr/>
        </p:nvSpPr>
        <p:spPr>
          <a:xfrm>
            <a:off x="5916000" y="4509003"/>
            <a:ext cx="360000" cy="360000"/>
          </a:xfrm>
          <a:prstGeom prst="roundRect">
            <a:avLst>
              <a:gd name="adj" fmla="val 24123"/>
            </a:avLst>
          </a:prstGeom>
          <a:gradFill>
            <a:gsLst>
              <a:gs pos="20000">
                <a:srgbClr val="00BEFD"/>
              </a:gs>
              <a:gs pos="80000">
                <a:schemeClr val="bg1">
                  <a:lumMod val="85000"/>
                </a:schemeClr>
              </a:gs>
            </a:gsLst>
            <a:lin ang="270000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D9EF64D7-472C-CD17-7624-9A5B2ACF9C64}"/>
              </a:ext>
            </a:extLst>
          </p:cNvPr>
          <p:cNvSpPr>
            <a:spLocks noChangeAspect="1"/>
          </p:cNvSpPr>
          <p:nvPr/>
        </p:nvSpPr>
        <p:spPr>
          <a:xfrm>
            <a:off x="549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7AB1EA26-8FAF-2A28-D4CA-4661A8B5C8B1}"/>
              </a:ext>
            </a:extLst>
          </p:cNvPr>
          <p:cNvSpPr>
            <a:spLocks noChangeAspect="1"/>
          </p:cNvSpPr>
          <p:nvPr/>
        </p:nvSpPr>
        <p:spPr>
          <a:xfrm>
            <a:off x="465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5A3330BF-0F33-752D-5283-E738FF3EAA68}"/>
              </a:ext>
            </a:extLst>
          </p:cNvPr>
          <p:cNvSpPr>
            <a:spLocks noChangeAspect="1"/>
          </p:cNvSpPr>
          <p:nvPr/>
        </p:nvSpPr>
        <p:spPr>
          <a:xfrm>
            <a:off x="5076000" y="4509003"/>
            <a:ext cx="360000" cy="360000"/>
          </a:xfrm>
          <a:prstGeom prst="roundRect">
            <a:avLst>
              <a:gd name="adj" fmla="val 24123"/>
            </a:avLst>
          </a:prstGeom>
          <a:solidFill>
            <a:srgbClr val="00BEFD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880716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</TotalTime>
  <Words>0</Words>
  <Application>Microsoft Macintosh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89</cp:revision>
  <dcterms:created xsi:type="dcterms:W3CDTF">2026-04-12T03:50:16Z</dcterms:created>
  <dcterms:modified xsi:type="dcterms:W3CDTF">2026-05-10T14:19:03Z</dcterms:modified>
</cp:coreProperties>
</file>