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6A3"/>
    <a:srgbClr val="FF7E79"/>
    <a:srgbClr val="FF4C4C"/>
    <a:srgbClr val="01AE4F"/>
    <a:srgbClr val="7FDFFF"/>
    <a:srgbClr val="0098CC"/>
    <a:srgbClr val="03BDFC"/>
    <a:srgbClr val="036FC0"/>
    <a:srgbClr val="FF3233"/>
    <a:srgbClr val="76CF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617"/>
    <p:restoredTop sz="94679"/>
  </p:normalViewPr>
  <p:slideViewPr>
    <p:cSldViewPr snapToGrid="0">
      <p:cViewPr>
        <p:scale>
          <a:sx n="149" d="100"/>
          <a:sy n="149" d="100"/>
        </p:scale>
        <p:origin x="3744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51C46E-A520-51EB-9D27-E508C534C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F0EFD-98CC-144B-86FC-2C31795ED826}" type="datetimeFigureOut">
              <a:rPr lang="en-TW" smtClean="0"/>
              <a:t>2026/5/10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D4FB6E-B005-BACB-663B-6848D2B1E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0D35D-811C-4260-0B21-2CB61A413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004A-BE43-2F44-B34F-0E24BCBD0D1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250032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ra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51C46E-A520-51EB-9D27-E508C534C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F0EFD-98CC-144B-86FC-2C31795ED826}" type="datetimeFigureOut">
              <a:rPr lang="en-TW" smtClean="0"/>
              <a:t>2026/5/10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D4FB6E-B005-BACB-663B-6848D2B1E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0D35D-811C-4260-0B21-2CB61A413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004A-BE43-2F44-B34F-0E24BCBD0D1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3410376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5AAD6A-EE65-5580-A8D4-16A781447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888E0-5294-C50E-EFDD-2227853E4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FE52F-39C3-CF93-74CF-C4F8E95C68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F0EFD-98CC-144B-86FC-2C31795ED826}" type="datetimeFigureOut">
              <a:rPr lang="en-TW" smtClean="0"/>
              <a:t>2026/5/10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91604-E9A8-5F29-F818-34DAB6064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E2A82-AF9D-E752-F52D-D6DD2C5AF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C4004A-BE43-2F44-B34F-0E24BCBD0D1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808302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265371-EEC0-E359-AB4F-BD3C5AC20450}"/>
              </a:ext>
            </a:extLst>
          </p:cNvPr>
          <p:cNvGrpSpPr/>
          <p:nvPr/>
        </p:nvGrpSpPr>
        <p:grpSpPr>
          <a:xfrm>
            <a:off x="7771140" y="3226376"/>
            <a:ext cx="360000" cy="360000"/>
            <a:chOff x="7406467" y="3242689"/>
            <a:chExt cx="360000" cy="360000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8306EEE-A0A4-4B60-0B76-62FC248E5BAF}"/>
                </a:ext>
              </a:extLst>
            </p:cNvPr>
            <p:cNvSpPr/>
            <p:nvPr/>
          </p:nvSpPr>
          <p:spPr>
            <a:xfrm>
              <a:off x="7586467" y="3242689"/>
              <a:ext cx="180000" cy="180000"/>
            </a:xfrm>
            <a:custGeom>
              <a:avLst/>
              <a:gdLst>
                <a:gd name="connsiteX0" fmla="*/ 0 w 180000"/>
                <a:gd name="connsiteY0" fmla="*/ 0 h 180000"/>
                <a:gd name="connsiteX1" fmla="*/ 119999 w 180000"/>
                <a:gd name="connsiteY1" fmla="*/ 0 h 180000"/>
                <a:gd name="connsiteX2" fmla="*/ 180000 w 180000"/>
                <a:gd name="connsiteY2" fmla="*/ 60001 h 180000"/>
                <a:gd name="connsiteX3" fmla="*/ 180000 w 180000"/>
                <a:gd name="connsiteY3" fmla="*/ 180000 h 180000"/>
                <a:gd name="connsiteX4" fmla="*/ 0 w 180000"/>
                <a:gd name="connsiteY4" fmla="*/ 180000 h 180000"/>
                <a:gd name="connsiteX5" fmla="*/ 0 w 180000"/>
                <a:gd name="connsiteY5" fmla="*/ 0 h 1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0000" h="180000">
                  <a:moveTo>
                    <a:pt x="0" y="0"/>
                  </a:moveTo>
                  <a:lnTo>
                    <a:pt x="119999" y="0"/>
                  </a:lnTo>
                  <a:cubicBezTo>
                    <a:pt x="153137" y="0"/>
                    <a:pt x="180000" y="26863"/>
                    <a:pt x="180000" y="60001"/>
                  </a:cubicBezTo>
                  <a:lnTo>
                    <a:pt x="180000" y="180000"/>
                  </a:lnTo>
                  <a:lnTo>
                    <a:pt x="0" y="18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E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TW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548E88C7-AFB6-1374-6893-2DB40CB90EA0}"/>
                </a:ext>
              </a:extLst>
            </p:cNvPr>
            <p:cNvSpPr/>
            <p:nvPr/>
          </p:nvSpPr>
          <p:spPr>
            <a:xfrm rot="5400000">
              <a:off x="7586467" y="3422689"/>
              <a:ext cx="180000" cy="180000"/>
            </a:xfrm>
            <a:custGeom>
              <a:avLst/>
              <a:gdLst>
                <a:gd name="connsiteX0" fmla="*/ 0 w 180000"/>
                <a:gd name="connsiteY0" fmla="*/ 0 h 180000"/>
                <a:gd name="connsiteX1" fmla="*/ 119999 w 180000"/>
                <a:gd name="connsiteY1" fmla="*/ 0 h 180000"/>
                <a:gd name="connsiteX2" fmla="*/ 180000 w 180000"/>
                <a:gd name="connsiteY2" fmla="*/ 60001 h 180000"/>
                <a:gd name="connsiteX3" fmla="*/ 180000 w 180000"/>
                <a:gd name="connsiteY3" fmla="*/ 180000 h 180000"/>
                <a:gd name="connsiteX4" fmla="*/ 0 w 180000"/>
                <a:gd name="connsiteY4" fmla="*/ 180000 h 180000"/>
                <a:gd name="connsiteX5" fmla="*/ 0 w 180000"/>
                <a:gd name="connsiteY5" fmla="*/ 0 h 1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0000" h="180000">
                  <a:moveTo>
                    <a:pt x="0" y="0"/>
                  </a:moveTo>
                  <a:lnTo>
                    <a:pt x="119999" y="0"/>
                  </a:lnTo>
                  <a:cubicBezTo>
                    <a:pt x="153137" y="0"/>
                    <a:pt x="180000" y="26863"/>
                    <a:pt x="180000" y="60001"/>
                  </a:cubicBezTo>
                  <a:lnTo>
                    <a:pt x="180000" y="180000"/>
                  </a:lnTo>
                  <a:lnTo>
                    <a:pt x="0" y="18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F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TW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0508246-701F-9F8B-7AE5-03E54CC68DEC}"/>
                </a:ext>
              </a:extLst>
            </p:cNvPr>
            <p:cNvSpPr/>
            <p:nvPr/>
          </p:nvSpPr>
          <p:spPr>
            <a:xfrm rot="10800000">
              <a:off x="7406467" y="3422689"/>
              <a:ext cx="180000" cy="180000"/>
            </a:xfrm>
            <a:custGeom>
              <a:avLst/>
              <a:gdLst>
                <a:gd name="connsiteX0" fmla="*/ 0 w 180000"/>
                <a:gd name="connsiteY0" fmla="*/ 0 h 180000"/>
                <a:gd name="connsiteX1" fmla="*/ 119999 w 180000"/>
                <a:gd name="connsiteY1" fmla="*/ 0 h 180000"/>
                <a:gd name="connsiteX2" fmla="*/ 180000 w 180000"/>
                <a:gd name="connsiteY2" fmla="*/ 60001 h 180000"/>
                <a:gd name="connsiteX3" fmla="*/ 180000 w 180000"/>
                <a:gd name="connsiteY3" fmla="*/ 180000 h 180000"/>
                <a:gd name="connsiteX4" fmla="*/ 0 w 180000"/>
                <a:gd name="connsiteY4" fmla="*/ 180000 h 180000"/>
                <a:gd name="connsiteX5" fmla="*/ 0 w 180000"/>
                <a:gd name="connsiteY5" fmla="*/ 0 h 1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0000" h="180000">
                  <a:moveTo>
                    <a:pt x="0" y="0"/>
                  </a:moveTo>
                  <a:lnTo>
                    <a:pt x="119999" y="0"/>
                  </a:lnTo>
                  <a:cubicBezTo>
                    <a:pt x="153137" y="0"/>
                    <a:pt x="180000" y="26863"/>
                    <a:pt x="180000" y="60001"/>
                  </a:cubicBezTo>
                  <a:lnTo>
                    <a:pt x="180000" y="180000"/>
                  </a:lnTo>
                  <a:lnTo>
                    <a:pt x="0" y="18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E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TW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4772268-B0AF-1E2F-016C-8A78A1270AF1}"/>
                </a:ext>
              </a:extLst>
            </p:cNvPr>
            <p:cNvSpPr/>
            <p:nvPr/>
          </p:nvSpPr>
          <p:spPr>
            <a:xfrm rot="16200000">
              <a:off x="7406467" y="3242689"/>
              <a:ext cx="180000" cy="180000"/>
            </a:xfrm>
            <a:custGeom>
              <a:avLst/>
              <a:gdLst>
                <a:gd name="connsiteX0" fmla="*/ 0 w 180000"/>
                <a:gd name="connsiteY0" fmla="*/ 0 h 180000"/>
                <a:gd name="connsiteX1" fmla="*/ 119999 w 180000"/>
                <a:gd name="connsiteY1" fmla="*/ 0 h 180000"/>
                <a:gd name="connsiteX2" fmla="*/ 180000 w 180000"/>
                <a:gd name="connsiteY2" fmla="*/ 60001 h 180000"/>
                <a:gd name="connsiteX3" fmla="*/ 180000 w 180000"/>
                <a:gd name="connsiteY3" fmla="*/ 180000 h 180000"/>
                <a:gd name="connsiteX4" fmla="*/ 0 w 180000"/>
                <a:gd name="connsiteY4" fmla="*/ 180000 h 180000"/>
                <a:gd name="connsiteX5" fmla="*/ 0 w 180000"/>
                <a:gd name="connsiteY5" fmla="*/ 0 h 1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0000" h="180000">
                  <a:moveTo>
                    <a:pt x="0" y="0"/>
                  </a:moveTo>
                  <a:lnTo>
                    <a:pt x="119999" y="0"/>
                  </a:lnTo>
                  <a:cubicBezTo>
                    <a:pt x="153137" y="0"/>
                    <a:pt x="180000" y="26863"/>
                    <a:pt x="180000" y="60001"/>
                  </a:cubicBezTo>
                  <a:lnTo>
                    <a:pt x="180000" y="180000"/>
                  </a:lnTo>
                  <a:lnTo>
                    <a:pt x="0" y="18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TW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A204CA2-A7B5-F1CD-A1C0-D12842ECCDE2}"/>
              </a:ext>
            </a:extLst>
          </p:cNvPr>
          <p:cNvGrpSpPr/>
          <p:nvPr/>
        </p:nvGrpSpPr>
        <p:grpSpPr>
          <a:xfrm rot="1800000">
            <a:off x="4807478" y="3226376"/>
            <a:ext cx="360000" cy="360000"/>
            <a:chOff x="3683000" y="2781300"/>
            <a:chExt cx="360000" cy="360000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C3A756D-856E-A04C-1739-3AF5B826F27E}"/>
                </a:ext>
              </a:extLst>
            </p:cNvPr>
            <p:cNvSpPr/>
            <p:nvPr/>
          </p:nvSpPr>
          <p:spPr>
            <a:xfrm>
              <a:off x="3863000" y="2781300"/>
              <a:ext cx="180000" cy="360000"/>
            </a:xfrm>
            <a:custGeom>
              <a:avLst/>
              <a:gdLst>
                <a:gd name="connsiteX0" fmla="*/ 0 w 180000"/>
                <a:gd name="connsiteY0" fmla="*/ 0 h 360000"/>
                <a:gd name="connsiteX1" fmla="*/ 180000 w 180000"/>
                <a:gd name="connsiteY1" fmla="*/ 180000 h 360000"/>
                <a:gd name="connsiteX2" fmla="*/ 0 w 180000"/>
                <a:gd name="connsiteY2" fmla="*/ 360000 h 360000"/>
                <a:gd name="connsiteX3" fmla="*/ 0 w 180000"/>
                <a:gd name="connsiteY3" fmla="*/ 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00" h="360000">
                  <a:moveTo>
                    <a:pt x="0" y="0"/>
                  </a:moveTo>
                  <a:cubicBezTo>
                    <a:pt x="99411" y="0"/>
                    <a:pt x="180000" y="80589"/>
                    <a:pt x="180000" y="180000"/>
                  </a:cubicBezTo>
                  <a:cubicBezTo>
                    <a:pt x="180000" y="279411"/>
                    <a:pt x="99411" y="360000"/>
                    <a:pt x="0" y="3600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TW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60FC198-97A3-FA9D-17E6-846398A3214F}"/>
                </a:ext>
              </a:extLst>
            </p:cNvPr>
            <p:cNvSpPr/>
            <p:nvPr/>
          </p:nvSpPr>
          <p:spPr>
            <a:xfrm>
              <a:off x="3683000" y="2781300"/>
              <a:ext cx="180000" cy="360000"/>
            </a:xfrm>
            <a:custGeom>
              <a:avLst/>
              <a:gdLst>
                <a:gd name="connsiteX0" fmla="*/ 180000 w 180000"/>
                <a:gd name="connsiteY0" fmla="*/ 0 h 360000"/>
                <a:gd name="connsiteX1" fmla="*/ 180000 w 180000"/>
                <a:gd name="connsiteY1" fmla="*/ 360000 h 360000"/>
                <a:gd name="connsiteX2" fmla="*/ 0 w 180000"/>
                <a:gd name="connsiteY2" fmla="*/ 180000 h 360000"/>
                <a:gd name="connsiteX3" fmla="*/ 180000 w 180000"/>
                <a:gd name="connsiteY3" fmla="*/ 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00" h="360000">
                  <a:moveTo>
                    <a:pt x="180000" y="0"/>
                  </a:moveTo>
                  <a:lnTo>
                    <a:pt x="180000" y="360000"/>
                  </a:lnTo>
                  <a:cubicBezTo>
                    <a:pt x="80589" y="360000"/>
                    <a:pt x="0" y="279411"/>
                    <a:pt x="0" y="180000"/>
                  </a:cubicBezTo>
                  <a:cubicBezTo>
                    <a:pt x="0" y="80589"/>
                    <a:pt x="80589" y="0"/>
                    <a:pt x="180000" y="0"/>
                  </a:cubicBezTo>
                  <a:close/>
                </a:path>
              </a:pathLst>
            </a:cu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TW"/>
            </a:p>
          </p:txBody>
        </p:sp>
      </p:grpSp>
      <p:sp>
        <p:nvSpPr>
          <p:cNvPr id="121" name="Oval 120">
            <a:extLst>
              <a:ext uri="{FF2B5EF4-FFF2-40B4-BE49-F238E27FC236}">
                <a16:creationId xmlns:a16="http://schemas.microsoft.com/office/drawing/2014/main" id="{CB660191-55D9-2C1B-E6C7-6563AB711EFA}"/>
              </a:ext>
            </a:extLst>
          </p:cNvPr>
          <p:cNvSpPr/>
          <p:nvPr/>
        </p:nvSpPr>
        <p:spPr>
          <a:xfrm>
            <a:off x="5557130" y="3226376"/>
            <a:ext cx="360000" cy="360000"/>
          </a:xfrm>
          <a:prstGeom prst="ellipse">
            <a:avLst/>
          </a:prstGeom>
          <a:gradFill flip="none" rotWithShape="1">
            <a:gsLst>
              <a:gs pos="20000">
                <a:srgbClr val="FF7E79"/>
              </a:gs>
              <a:gs pos="8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C3D0562A-E7E5-4085-D05E-979E4DD57090}"/>
              </a:ext>
            </a:extLst>
          </p:cNvPr>
          <p:cNvGrpSpPr/>
          <p:nvPr/>
        </p:nvGrpSpPr>
        <p:grpSpPr>
          <a:xfrm>
            <a:off x="6306782" y="3226376"/>
            <a:ext cx="360000" cy="360000"/>
            <a:chOff x="6219832" y="4165415"/>
            <a:chExt cx="360000" cy="360000"/>
          </a:xfrm>
        </p:grpSpPr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DC983E2F-A708-D80A-EE87-A925E706BAF6}"/>
                </a:ext>
              </a:extLst>
            </p:cNvPr>
            <p:cNvSpPr/>
            <p:nvPr/>
          </p:nvSpPr>
          <p:spPr>
            <a:xfrm>
              <a:off x="6399832" y="4165415"/>
              <a:ext cx="180000" cy="180000"/>
            </a:xfrm>
            <a:custGeom>
              <a:avLst/>
              <a:gdLst>
                <a:gd name="connsiteX0" fmla="*/ 0 w 180000"/>
                <a:gd name="connsiteY0" fmla="*/ 0 h 180000"/>
                <a:gd name="connsiteX1" fmla="*/ 180000 w 180000"/>
                <a:gd name="connsiteY1" fmla="*/ 180000 h 180000"/>
                <a:gd name="connsiteX2" fmla="*/ 0 w 180000"/>
                <a:gd name="connsiteY2" fmla="*/ 180000 h 180000"/>
                <a:gd name="connsiteX3" fmla="*/ 0 w 180000"/>
                <a:gd name="connsiteY3" fmla="*/ 0 h 1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00" h="180000">
                  <a:moveTo>
                    <a:pt x="0" y="0"/>
                  </a:moveTo>
                  <a:cubicBezTo>
                    <a:pt x="99411" y="0"/>
                    <a:pt x="180000" y="80589"/>
                    <a:pt x="180000" y="180000"/>
                  </a:cubicBezTo>
                  <a:lnTo>
                    <a:pt x="0" y="18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E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TW" dirty="0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5E90B0A5-80BF-79A2-652F-799F6E4D34DD}"/>
                </a:ext>
              </a:extLst>
            </p:cNvPr>
            <p:cNvSpPr/>
            <p:nvPr/>
          </p:nvSpPr>
          <p:spPr>
            <a:xfrm rot="5400000">
              <a:off x="6399832" y="4345415"/>
              <a:ext cx="180000" cy="180000"/>
            </a:xfrm>
            <a:custGeom>
              <a:avLst/>
              <a:gdLst>
                <a:gd name="connsiteX0" fmla="*/ 0 w 180000"/>
                <a:gd name="connsiteY0" fmla="*/ 0 h 180000"/>
                <a:gd name="connsiteX1" fmla="*/ 180000 w 180000"/>
                <a:gd name="connsiteY1" fmla="*/ 180000 h 180000"/>
                <a:gd name="connsiteX2" fmla="*/ 0 w 180000"/>
                <a:gd name="connsiteY2" fmla="*/ 180000 h 180000"/>
                <a:gd name="connsiteX3" fmla="*/ 0 w 180000"/>
                <a:gd name="connsiteY3" fmla="*/ 0 h 1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00" h="180000">
                  <a:moveTo>
                    <a:pt x="0" y="0"/>
                  </a:moveTo>
                  <a:cubicBezTo>
                    <a:pt x="99411" y="0"/>
                    <a:pt x="180000" y="80589"/>
                    <a:pt x="180000" y="180000"/>
                  </a:cubicBezTo>
                  <a:lnTo>
                    <a:pt x="0" y="18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TW" dirty="0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055C75C5-E33B-BB7F-9E88-B0021BBF3CA1}"/>
                </a:ext>
              </a:extLst>
            </p:cNvPr>
            <p:cNvSpPr/>
            <p:nvPr/>
          </p:nvSpPr>
          <p:spPr>
            <a:xfrm rot="10800000">
              <a:off x="6219832" y="4345415"/>
              <a:ext cx="180000" cy="180000"/>
            </a:xfrm>
            <a:custGeom>
              <a:avLst/>
              <a:gdLst>
                <a:gd name="connsiteX0" fmla="*/ 0 w 180000"/>
                <a:gd name="connsiteY0" fmla="*/ 0 h 180000"/>
                <a:gd name="connsiteX1" fmla="*/ 180000 w 180000"/>
                <a:gd name="connsiteY1" fmla="*/ 180000 h 180000"/>
                <a:gd name="connsiteX2" fmla="*/ 0 w 180000"/>
                <a:gd name="connsiteY2" fmla="*/ 180000 h 180000"/>
                <a:gd name="connsiteX3" fmla="*/ 0 w 180000"/>
                <a:gd name="connsiteY3" fmla="*/ 0 h 1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00" h="180000">
                  <a:moveTo>
                    <a:pt x="0" y="0"/>
                  </a:moveTo>
                  <a:cubicBezTo>
                    <a:pt x="99411" y="0"/>
                    <a:pt x="180000" y="80589"/>
                    <a:pt x="180000" y="180000"/>
                  </a:cubicBezTo>
                  <a:lnTo>
                    <a:pt x="0" y="18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TW" dirty="0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A2609FAF-B3DE-F043-168C-77BA51ECD6A7}"/>
                </a:ext>
              </a:extLst>
            </p:cNvPr>
            <p:cNvSpPr/>
            <p:nvPr/>
          </p:nvSpPr>
          <p:spPr>
            <a:xfrm rot="16200000">
              <a:off x="6219832" y="4165415"/>
              <a:ext cx="180000" cy="180000"/>
            </a:xfrm>
            <a:custGeom>
              <a:avLst/>
              <a:gdLst>
                <a:gd name="connsiteX0" fmla="*/ 0 w 180000"/>
                <a:gd name="connsiteY0" fmla="*/ 0 h 180000"/>
                <a:gd name="connsiteX1" fmla="*/ 180000 w 180000"/>
                <a:gd name="connsiteY1" fmla="*/ 180000 h 180000"/>
                <a:gd name="connsiteX2" fmla="*/ 0 w 180000"/>
                <a:gd name="connsiteY2" fmla="*/ 180000 h 180000"/>
                <a:gd name="connsiteX3" fmla="*/ 0 w 180000"/>
                <a:gd name="connsiteY3" fmla="*/ 0 h 1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00" h="180000">
                  <a:moveTo>
                    <a:pt x="0" y="0"/>
                  </a:moveTo>
                  <a:cubicBezTo>
                    <a:pt x="99411" y="0"/>
                    <a:pt x="180000" y="80589"/>
                    <a:pt x="180000" y="180000"/>
                  </a:cubicBezTo>
                  <a:lnTo>
                    <a:pt x="0" y="18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TW" dirty="0"/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81AD6721-40FD-3BC0-74F6-0EC366263BE9}"/>
              </a:ext>
            </a:extLst>
          </p:cNvPr>
          <p:cNvGrpSpPr/>
          <p:nvPr/>
        </p:nvGrpSpPr>
        <p:grpSpPr>
          <a:xfrm>
            <a:off x="7056434" y="3176473"/>
            <a:ext cx="328088" cy="459807"/>
            <a:chOff x="6476346" y="4349028"/>
            <a:chExt cx="328088" cy="459807"/>
          </a:xfrm>
        </p:grpSpPr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B187527F-DD4F-4DB2-C3E0-A0506E012B3E}"/>
                </a:ext>
              </a:extLst>
            </p:cNvPr>
            <p:cNvSpPr/>
            <p:nvPr/>
          </p:nvSpPr>
          <p:spPr>
            <a:xfrm rot="1800000">
              <a:off x="6586390" y="4398901"/>
              <a:ext cx="108000" cy="360061"/>
            </a:xfrm>
            <a:custGeom>
              <a:avLst/>
              <a:gdLst>
                <a:gd name="connsiteX0" fmla="*/ 0 w 108000"/>
                <a:gd name="connsiteY0" fmla="*/ 8551 h 360061"/>
                <a:gd name="connsiteX1" fmla="*/ 31749 w 108000"/>
                <a:gd name="connsiteY1" fmla="*/ 1364 h 360061"/>
                <a:gd name="connsiteX2" fmla="*/ 100586 w 108000"/>
                <a:gd name="connsiteY2" fmla="*/ 6165 h 360061"/>
                <a:gd name="connsiteX3" fmla="*/ 108000 w 108000"/>
                <a:gd name="connsiteY3" fmla="*/ 9782 h 360061"/>
                <a:gd name="connsiteX4" fmla="*/ 108000 w 108000"/>
                <a:gd name="connsiteY4" fmla="*/ 351510 h 360061"/>
                <a:gd name="connsiteX5" fmla="*/ 76249 w 108000"/>
                <a:gd name="connsiteY5" fmla="*/ 358698 h 360061"/>
                <a:gd name="connsiteX6" fmla="*/ 7412 w 108000"/>
                <a:gd name="connsiteY6" fmla="*/ 353897 h 360061"/>
                <a:gd name="connsiteX7" fmla="*/ 0 w 108000"/>
                <a:gd name="connsiteY7" fmla="*/ 350280 h 360061"/>
                <a:gd name="connsiteX8" fmla="*/ 0 w 108000"/>
                <a:gd name="connsiteY8" fmla="*/ 8551 h 36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" h="360061">
                  <a:moveTo>
                    <a:pt x="0" y="8551"/>
                  </a:moveTo>
                  <a:lnTo>
                    <a:pt x="31749" y="1364"/>
                  </a:lnTo>
                  <a:cubicBezTo>
                    <a:pt x="54953" y="-1515"/>
                    <a:pt x="78338" y="203"/>
                    <a:pt x="100586" y="6165"/>
                  </a:cubicBezTo>
                  <a:lnTo>
                    <a:pt x="108000" y="9782"/>
                  </a:lnTo>
                  <a:lnTo>
                    <a:pt x="108000" y="351510"/>
                  </a:lnTo>
                  <a:lnTo>
                    <a:pt x="76249" y="358698"/>
                  </a:lnTo>
                  <a:cubicBezTo>
                    <a:pt x="53045" y="361577"/>
                    <a:pt x="29660" y="359859"/>
                    <a:pt x="7412" y="353897"/>
                  </a:cubicBezTo>
                  <a:lnTo>
                    <a:pt x="0" y="350280"/>
                  </a:lnTo>
                  <a:lnTo>
                    <a:pt x="0" y="855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TW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FE452E47-FCCE-DBDA-E525-1177F677CC06}"/>
                </a:ext>
              </a:extLst>
            </p:cNvPr>
            <p:cNvSpPr/>
            <p:nvPr/>
          </p:nvSpPr>
          <p:spPr>
            <a:xfrm rot="1800000">
              <a:off x="6476346" y="4349028"/>
              <a:ext cx="126030" cy="341729"/>
            </a:xfrm>
            <a:custGeom>
              <a:avLst/>
              <a:gdLst>
                <a:gd name="connsiteX0" fmla="*/ 90029 w 126030"/>
                <a:gd name="connsiteY0" fmla="*/ 15595 h 341729"/>
                <a:gd name="connsiteX1" fmla="*/ 123273 w 126030"/>
                <a:gd name="connsiteY1" fmla="*/ 624 h 341729"/>
                <a:gd name="connsiteX2" fmla="*/ 126030 w 126030"/>
                <a:gd name="connsiteY2" fmla="*/ 0 h 341729"/>
                <a:gd name="connsiteX3" fmla="*/ 126030 w 126030"/>
                <a:gd name="connsiteY3" fmla="*/ 341729 h 341729"/>
                <a:gd name="connsiteX4" fmla="*/ 71426 w 126030"/>
                <a:gd name="connsiteY4" fmla="*/ 315085 h 341729"/>
                <a:gd name="connsiteX5" fmla="*/ 24144 w 126030"/>
                <a:gd name="connsiteY5" fmla="*/ 261480 h 341729"/>
                <a:gd name="connsiteX6" fmla="*/ 90029 w 126030"/>
                <a:gd name="connsiteY6" fmla="*/ 15595 h 341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030" h="341729">
                  <a:moveTo>
                    <a:pt x="90029" y="15595"/>
                  </a:moveTo>
                  <a:cubicBezTo>
                    <a:pt x="100791" y="9382"/>
                    <a:pt x="111927" y="4407"/>
                    <a:pt x="123273" y="624"/>
                  </a:cubicBezTo>
                  <a:lnTo>
                    <a:pt x="126030" y="0"/>
                  </a:lnTo>
                  <a:lnTo>
                    <a:pt x="126030" y="341729"/>
                  </a:lnTo>
                  <a:lnTo>
                    <a:pt x="71426" y="315085"/>
                  </a:lnTo>
                  <a:cubicBezTo>
                    <a:pt x="52771" y="300989"/>
                    <a:pt x="36571" y="283003"/>
                    <a:pt x="24144" y="261480"/>
                  </a:cubicBezTo>
                  <a:cubicBezTo>
                    <a:pt x="-25561" y="175388"/>
                    <a:pt x="3937" y="65301"/>
                    <a:pt x="90029" y="15595"/>
                  </a:cubicBezTo>
                  <a:close/>
                </a:path>
              </a:pathLst>
            </a:custGeom>
            <a:solidFill>
              <a:srgbClr val="FFA4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TW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C081F082-315E-6369-D349-97A604E56DD1}"/>
                </a:ext>
              </a:extLst>
            </p:cNvPr>
            <p:cNvSpPr/>
            <p:nvPr/>
          </p:nvSpPr>
          <p:spPr>
            <a:xfrm rot="1800000">
              <a:off x="6678406" y="4467107"/>
              <a:ext cx="126028" cy="341728"/>
            </a:xfrm>
            <a:custGeom>
              <a:avLst/>
              <a:gdLst>
                <a:gd name="connsiteX0" fmla="*/ 0 w 126028"/>
                <a:gd name="connsiteY0" fmla="*/ 0 h 341728"/>
                <a:gd name="connsiteX1" fmla="*/ 54602 w 126028"/>
                <a:gd name="connsiteY1" fmla="*/ 26644 h 341728"/>
                <a:gd name="connsiteX2" fmla="*/ 101884 w 126028"/>
                <a:gd name="connsiteY2" fmla="*/ 80249 h 341728"/>
                <a:gd name="connsiteX3" fmla="*/ 35999 w 126028"/>
                <a:gd name="connsiteY3" fmla="*/ 326134 h 341728"/>
                <a:gd name="connsiteX4" fmla="*/ 2755 w 126028"/>
                <a:gd name="connsiteY4" fmla="*/ 341105 h 341728"/>
                <a:gd name="connsiteX5" fmla="*/ 0 w 126028"/>
                <a:gd name="connsiteY5" fmla="*/ 341728 h 341728"/>
                <a:gd name="connsiteX6" fmla="*/ 0 w 126028"/>
                <a:gd name="connsiteY6" fmla="*/ 0 h 341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028" h="341728">
                  <a:moveTo>
                    <a:pt x="0" y="0"/>
                  </a:moveTo>
                  <a:lnTo>
                    <a:pt x="54602" y="26644"/>
                  </a:lnTo>
                  <a:cubicBezTo>
                    <a:pt x="73257" y="40740"/>
                    <a:pt x="89457" y="58726"/>
                    <a:pt x="101884" y="80249"/>
                  </a:cubicBezTo>
                  <a:cubicBezTo>
                    <a:pt x="151589" y="166341"/>
                    <a:pt x="122091" y="276428"/>
                    <a:pt x="35999" y="326134"/>
                  </a:cubicBezTo>
                  <a:cubicBezTo>
                    <a:pt x="25237" y="332347"/>
                    <a:pt x="14101" y="337322"/>
                    <a:pt x="2755" y="341105"/>
                  </a:cubicBezTo>
                  <a:lnTo>
                    <a:pt x="0" y="341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TW"/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511DB84E-6FF7-1CFA-234D-F3F3060A6B87}"/>
              </a:ext>
            </a:extLst>
          </p:cNvPr>
          <p:cNvSpPr/>
          <p:nvPr/>
        </p:nvSpPr>
        <p:spPr>
          <a:xfrm>
            <a:off x="4201331" y="3226376"/>
            <a:ext cx="360000" cy="360000"/>
          </a:xfrm>
          <a:prstGeom prst="ellipse">
            <a:avLst/>
          </a:prstGeom>
          <a:gradFill flip="none" rotWithShape="1">
            <a:gsLst>
              <a:gs pos="60000">
                <a:srgbClr val="92D050"/>
              </a:gs>
              <a:gs pos="40000">
                <a:srgbClr val="FFC000"/>
              </a:gs>
              <a:gs pos="20000">
                <a:srgbClr val="FF7E79"/>
              </a:gs>
              <a:gs pos="80000">
                <a:schemeClr val="accent1">
                  <a:lumMod val="60000"/>
                  <a:lumOff val="40000"/>
                </a:schemeClr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164406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angle 231">
            <a:extLst>
              <a:ext uri="{FF2B5EF4-FFF2-40B4-BE49-F238E27FC236}">
                <a16:creationId xmlns:a16="http://schemas.microsoft.com/office/drawing/2014/main" id="{67CECEE6-C9B7-9B6E-3FC3-5497BE41F77C}"/>
              </a:ext>
            </a:extLst>
          </p:cNvPr>
          <p:cNvSpPr/>
          <p:nvPr/>
        </p:nvSpPr>
        <p:spPr>
          <a:xfrm>
            <a:off x="2320026" y="2882870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CEAF35A-C0EC-3319-34BF-1A9736943AB2}"/>
              </a:ext>
            </a:extLst>
          </p:cNvPr>
          <p:cNvSpPr>
            <a:spLocks noChangeAspect="1"/>
          </p:cNvSpPr>
          <p:nvPr/>
        </p:nvSpPr>
        <p:spPr>
          <a:xfrm rot="5400000">
            <a:off x="9511974" y="3618127"/>
            <a:ext cx="360000" cy="360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40864157-F0FF-BDA2-A987-254096528737}"/>
              </a:ext>
            </a:extLst>
          </p:cNvPr>
          <p:cNvSpPr>
            <a:spLocks noChangeAspect="1"/>
          </p:cNvSpPr>
          <p:nvPr/>
        </p:nvSpPr>
        <p:spPr>
          <a:xfrm rot="5400000">
            <a:off x="6635859" y="3618127"/>
            <a:ext cx="360000" cy="360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59CA7256-E7F4-B930-0B8E-676E26BF5A24}"/>
              </a:ext>
            </a:extLst>
          </p:cNvPr>
          <p:cNvSpPr>
            <a:spLocks noChangeAspect="1"/>
          </p:cNvSpPr>
          <p:nvPr/>
        </p:nvSpPr>
        <p:spPr>
          <a:xfrm>
            <a:off x="5197248" y="3615129"/>
            <a:ext cx="360000" cy="360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1107DA-119A-744E-EA05-97D00EE1DAA6}"/>
              </a:ext>
            </a:extLst>
          </p:cNvPr>
          <p:cNvSpPr>
            <a:spLocks noChangeAspect="1"/>
          </p:cNvSpPr>
          <p:nvPr/>
        </p:nvSpPr>
        <p:spPr>
          <a:xfrm rot="5400000">
            <a:off x="8074470" y="4347389"/>
            <a:ext cx="360000" cy="360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C32527-D057-B38A-7D73-FA30DDDA593C}"/>
              </a:ext>
            </a:extLst>
          </p:cNvPr>
          <p:cNvSpPr/>
          <p:nvPr/>
        </p:nvSpPr>
        <p:spPr>
          <a:xfrm>
            <a:off x="2320026" y="2882870"/>
            <a:ext cx="360000" cy="36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95CC85-5B0B-B1B2-27E1-9694BA00BC02}"/>
              </a:ext>
            </a:extLst>
          </p:cNvPr>
          <p:cNvSpPr>
            <a:spLocks noChangeAspect="1"/>
          </p:cNvSpPr>
          <p:nvPr/>
        </p:nvSpPr>
        <p:spPr>
          <a:xfrm>
            <a:off x="5197248" y="2150611"/>
            <a:ext cx="360000" cy="360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4B4544B-0EA6-570B-AC09-8A9C2962A1CB}"/>
              </a:ext>
            </a:extLst>
          </p:cNvPr>
          <p:cNvCxnSpPr>
            <a:cxnSpLocks/>
          </p:cNvCxnSpPr>
          <p:nvPr/>
        </p:nvCxnSpPr>
        <p:spPr>
          <a:xfrm flipH="1">
            <a:off x="5269248" y="2459612"/>
            <a:ext cx="216000" cy="0"/>
          </a:xfrm>
          <a:prstGeom prst="line">
            <a:avLst/>
          </a:prstGeom>
          <a:ln w="50800" cap="rnd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5CADD22-964F-31F5-B93A-B7C178B1888A}"/>
              </a:ext>
            </a:extLst>
          </p:cNvPr>
          <p:cNvCxnSpPr>
            <a:cxnSpLocks/>
          </p:cNvCxnSpPr>
          <p:nvPr/>
        </p:nvCxnSpPr>
        <p:spPr>
          <a:xfrm flipH="1">
            <a:off x="5269248" y="2329505"/>
            <a:ext cx="216000" cy="0"/>
          </a:xfrm>
          <a:prstGeom prst="line">
            <a:avLst/>
          </a:prstGeom>
          <a:ln w="508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0EB50F5-440E-2C4E-1375-7A2A7A1DEE0C}"/>
              </a:ext>
            </a:extLst>
          </p:cNvPr>
          <p:cNvCxnSpPr>
            <a:cxnSpLocks/>
          </p:cNvCxnSpPr>
          <p:nvPr/>
        </p:nvCxnSpPr>
        <p:spPr>
          <a:xfrm flipH="1">
            <a:off x="5269248" y="2199398"/>
            <a:ext cx="216000" cy="0"/>
          </a:xfrm>
          <a:prstGeom prst="line">
            <a:avLst/>
          </a:prstGeom>
          <a:ln w="50800" cap="rnd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CB36777-A551-8861-B0B8-6616B8531136}"/>
              </a:ext>
            </a:extLst>
          </p:cNvPr>
          <p:cNvGrpSpPr/>
          <p:nvPr/>
        </p:nvGrpSpPr>
        <p:grpSpPr>
          <a:xfrm>
            <a:off x="5249316" y="2285611"/>
            <a:ext cx="90000" cy="90000"/>
            <a:chOff x="8110168" y="3207621"/>
            <a:chExt cx="72000" cy="72000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13B8AFC-F4E6-50A0-27DA-72301A47C1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10168" y="3207621"/>
              <a:ext cx="72000" cy="72000"/>
            </a:xfrm>
            <a:prstGeom prst="line">
              <a:avLst/>
            </a:prstGeom>
            <a:ln w="25400" cap="rnd">
              <a:solidFill>
                <a:srgbClr val="FF4C4C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DB1D170-FB83-3EF8-FBEF-ADD73D96B5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10168" y="3207621"/>
              <a:ext cx="72000" cy="72000"/>
            </a:xfrm>
            <a:prstGeom prst="line">
              <a:avLst/>
            </a:prstGeom>
            <a:ln w="25400" cap="rnd">
              <a:solidFill>
                <a:srgbClr val="FF4C4C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38492B9-BB38-054B-BDFB-BE9A978F8A0B}"/>
              </a:ext>
            </a:extLst>
          </p:cNvPr>
          <p:cNvSpPr>
            <a:spLocks noChangeAspect="1"/>
          </p:cNvSpPr>
          <p:nvPr/>
        </p:nvSpPr>
        <p:spPr>
          <a:xfrm>
            <a:off x="5197248" y="2882870"/>
            <a:ext cx="360000" cy="360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D795F848-CF33-D554-E9E9-C32C53647C24}"/>
              </a:ext>
            </a:extLst>
          </p:cNvPr>
          <p:cNvGrpSpPr/>
          <p:nvPr/>
        </p:nvGrpSpPr>
        <p:grpSpPr>
          <a:xfrm>
            <a:off x="5219405" y="3113096"/>
            <a:ext cx="108000" cy="108000"/>
            <a:chOff x="8128436" y="3633355"/>
            <a:chExt cx="72000" cy="72000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2C681EEE-E12F-77D4-4EC2-1185AB1181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28436" y="3669355"/>
              <a:ext cx="72000" cy="0"/>
            </a:xfrm>
            <a:prstGeom prst="line">
              <a:avLst/>
            </a:prstGeom>
            <a:ln w="25400" cap="rnd">
              <a:solidFill>
                <a:srgbClr val="FF4C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D0E2E1E-CB86-D848-E7B5-36D4CBCACA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64436" y="3633355"/>
              <a:ext cx="0" cy="72000"/>
            </a:xfrm>
            <a:prstGeom prst="line">
              <a:avLst/>
            </a:prstGeom>
            <a:ln w="25400" cap="rnd">
              <a:solidFill>
                <a:srgbClr val="FF4C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B0E5C21D-827C-8A86-1CBB-02D7FEBA4C16}"/>
              </a:ext>
            </a:extLst>
          </p:cNvPr>
          <p:cNvCxnSpPr>
            <a:cxnSpLocks/>
          </p:cNvCxnSpPr>
          <p:nvPr/>
        </p:nvCxnSpPr>
        <p:spPr>
          <a:xfrm flipH="1">
            <a:off x="5377248" y="3171267"/>
            <a:ext cx="108000" cy="0"/>
          </a:xfrm>
          <a:prstGeom prst="line">
            <a:avLst/>
          </a:prstGeom>
          <a:solidFill>
            <a:schemeClr val="bg1"/>
          </a:solidFill>
          <a:ln w="50800" cap="rnd">
            <a:solidFill>
              <a:srgbClr val="FF4C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BE3B070E-8AE0-4D4A-920B-B9FD455D716B}"/>
              </a:ext>
            </a:extLst>
          </p:cNvPr>
          <p:cNvCxnSpPr>
            <a:cxnSpLocks/>
          </p:cNvCxnSpPr>
          <p:nvPr/>
        </p:nvCxnSpPr>
        <p:spPr>
          <a:xfrm flipH="1">
            <a:off x="5269248" y="3061764"/>
            <a:ext cx="216000" cy="0"/>
          </a:xfrm>
          <a:prstGeom prst="line">
            <a:avLst/>
          </a:prstGeom>
          <a:solidFill>
            <a:schemeClr val="bg1"/>
          </a:solidFill>
          <a:ln w="508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5A17A36C-27AF-907F-971B-E1A16A86ED63}"/>
              </a:ext>
            </a:extLst>
          </p:cNvPr>
          <p:cNvCxnSpPr>
            <a:cxnSpLocks/>
          </p:cNvCxnSpPr>
          <p:nvPr/>
        </p:nvCxnSpPr>
        <p:spPr>
          <a:xfrm flipH="1">
            <a:off x="5269248" y="2931657"/>
            <a:ext cx="216000" cy="0"/>
          </a:xfrm>
          <a:prstGeom prst="line">
            <a:avLst/>
          </a:prstGeom>
          <a:solidFill>
            <a:schemeClr val="bg1"/>
          </a:solidFill>
          <a:ln w="508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riangle 64">
            <a:extLst>
              <a:ext uri="{FF2B5EF4-FFF2-40B4-BE49-F238E27FC236}">
                <a16:creationId xmlns:a16="http://schemas.microsoft.com/office/drawing/2014/main" id="{47863950-3E13-B5C2-6654-55DD9BDB8017}"/>
              </a:ext>
            </a:extLst>
          </p:cNvPr>
          <p:cNvSpPr/>
          <p:nvPr/>
        </p:nvSpPr>
        <p:spPr>
          <a:xfrm rot="5400000">
            <a:off x="5216517" y="3723129"/>
            <a:ext cx="108000" cy="144000"/>
          </a:xfrm>
          <a:prstGeom prst="triangle">
            <a:avLst/>
          </a:prstGeom>
          <a:solidFill>
            <a:srgbClr val="FF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0BDE857B-9D99-2DC7-6C93-0A9F83F1BB13}"/>
              </a:ext>
            </a:extLst>
          </p:cNvPr>
          <p:cNvCxnSpPr>
            <a:cxnSpLocks/>
          </p:cNvCxnSpPr>
          <p:nvPr/>
        </p:nvCxnSpPr>
        <p:spPr>
          <a:xfrm flipH="1">
            <a:off x="5269248" y="3924130"/>
            <a:ext cx="216000" cy="0"/>
          </a:xfrm>
          <a:prstGeom prst="line">
            <a:avLst/>
          </a:prstGeom>
          <a:ln w="50800" cap="rnd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C78F813-A55D-C737-AC96-A62C5D738FDE}"/>
              </a:ext>
            </a:extLst>
          </p:cNvPr>
          <p:cNvCxnSpPr>
            <a:cxnSpLocks/>
          </p:cNvCxnSpPr>
          <p:nvPr/>
        </p:nvCxnSpPr>
        <p:spPr>
          <a:xfrm flipH="1">
            <a:off x="5377248" y="3794023"/>
            <a:ext cx="108000" cy="0"/>
          </a:xfrm>
          <a:prstGeom prst="line">
            <a:avLst/>
          </a:prstGeom>
          <a:ln w="50800" cap="rnd">
            <a:solidFill>
              <a:srgbClr val="FF4C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96E80594-DB55-16B5-8CA5-6C3CF6681106}"/>
              </a:ext>
            </a:extLst>
          </p:cNvPr>
          <p:cNvCxnSpPr>
            <a:cxnSpLocks/>
          </p:cNvCxnSpPr>
          <p:nvPr/>
        </p:nvCxnSpPr>
        <p:spPr>
          <a:xfrm flipH="1">
            <a:off x="5269248" y="3663916"/>
            <a:ext cx="216000" cy="0"/>
          </a:xfrm>
          <a:prstGeom prst="line">
            <a:avLst/>
          </a:prstGeom>
          <a:ln w="50800" cap="rnd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ectangle 133">
            <a:extLst>
              <a:ext uri="{FF2B5EF4-FFF2-40B4-BE49-F238E27FC236}">
                <a16:creationId xmlns:a16="http://schemas.microsoft.com/office/drawing/2014/main" id="{89CABC35-B9DF-5C1E-B4A4-ACCD2A4858B7}"/>
              </a:ext>
            </a:extLst>
          </p:cNvPr>
          <p:cNvSpPr>
            <a:spLocks noChangeAspect="1"/>
          </p:cNvSpPr>
          <p:nvPr/>
        </p:nvSpPr>
        <p:spPr>
          <a:xfrm>
            <a:off x="5197248" y="4347389"/>
            <a:ext cx="360000" cy="360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92D1FFBE-8553-67F6-89FE-5F030C362CBC}"/>
              </a:ext>
            </a:extLst>
          </p:cNvPr>
          <p:cNvCxnSpPr>
            <a:cxnSpLocks/>
          </p:cNvCxnSpPr>
          <p:nvPr/>
        </p:nvCxnSpPr>
        <p:spPr>
          <a:xfrm flipH="1">
            <a:off x="5215248" y="4527389"/>
            <a:ext cx="324000" cy="0"/>
          </a:xfrm>
          <a:prstGeom prst="line">
            <a:avLst/>
          </a:prstGeom>
          <a:ln w="12700" cap="rnd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AC2090C1-5D7A-4E89-0875-4EDEAD3886AA}"/>
              </a:ext>
            </a:extLst>
          </p:cNvPr>
          <p:cNvCxnSpPr>
            <a:cxnSpLocks/>
          </p:cNvCxnSpPr>
          <p:nvPr/>
        </p:nvCxnSpPr>
        <p:spPr>
          <a:xfrm>
            <a:off x="5377248" y="4365389"/>
            <a:ext cx="0" cy="324000"/>
          </a:xfrm>
          <a:prstGeom prst="line">
            <a:avLst/>
          </a:prstGeom>
          <a:ln w="12700" cap="rnd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Oval 128">
            <a:extLst>
              <a:ext uri="{FF2B5EF4-FFF2-40B4-BE49-F238E27FC236}">
                <a16:creationId xmlns:a16="http://schemas.microsoft.com/office/drawing/2014/main" id="{6DBA3277-581C-63D2-424D-E32005F6F523}"/>
              </a:ext>
            </a:extLst>
          </p:cNvPr>
          <p:cNvSpPr/>
          <p:nvPr/>
        </p:nvSpPr>
        <p:spPr>
          <a:xfrm>
            <a:off x="5323248" y="4473389"/>
            <a:ext cx="108000" cy="108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12700" cap="rnd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50562285-8ED0-0F70-A24D-3A54E26A4849}"/>
              </a:ext>
            </a:extLst>
          </p:cNvPr>
          <p:cNvSpPr>
            <a:spLocks noChangeAspect="1"/>
          </p:cNvSpPr>
          <p:nvPr/>
        </p:nvSpPr>
        <p:spPr>
          <a:xfrm rot="5400000">
            <a:off x="6635859" y="2150611"/>
            <a:ext cx="360000" cy="360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4FD870D1-2241-9870-6627-A60DB8D0E3ED}"/>
              </a:ext>
            </a:extLst>
          </p:cNvPr>
          <p:cNvCxnSpPr>
            <a:cxnSpLocks/>
          </p:cNvCxnSpPr>
          <p:nvPr/>
        </p:nvCxnSpPr>
        <p:spPr>
          <a:xfrm rot="5400000" flipH="1">
            <a:off x="6578858" y="2330611"/>
            <a:ext cx="216000" cy="0"/>
          </a:xfrm>
          <a:prstGeom prst="line">
            <a:avLst/>
          </a:prstGeom>
          <a:ln w="50800" cap="rnd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0EFB59CC-6735-E034-B957-A65A6D8BD253}"/>
              </a:ext>
            </a:extLst>
          </p:cNvPr>
          <p:cNvCxnSpPr>
            <a:cxnSpLocks/>
          </p:cNvCxnSpPr>
          <p:nvPr/>
        </p:nvCxnSpPr>
        <p:spPr>
          <a:xfrm rot="5400000" flipH="1">
            <a:off x="6708965" y="2330611"/>
            <a:ext cx="216000" cy="0"/>
          </a:xfrm>
          <a:prstGeom prst="line">
            <a:avLst/>
          </a:prstGeom>
          <a:ln w="508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FB7664AE-2D32-E618-BB16-55816B7E0BB0}"/>
              </a:ext>
            </a:extLst>
          </p:cNvPr>
          <p:cNvCxnSpPr>
            <a:cxnSpLocks/>
          </p:cNvCxnSpPr>
          <p:nvPr/>
        </p:nvCxnSpPr>
        <p:spPr>
          <a:xfrm rot="5400000" flipH="1">
            <a:off x="6839072" y="2330611"/>
            <a:ext cx="216000" cy="0"/>
          </a:xfrm>
          <a:prstGeom prst="line">
            <a:avLst/>
          </a:prstGeom>
          <a:ln w="50800" cap="rnd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4517885F-70CB-D662-AA24-15FC5C74842D}"/>
              </a:ext>
            </a:extLst>
          </p:cNvPr>
          <p:cNvGrpSpPr/>
          <p:nvPr/>
        </p:nvGrpSpPr>
        <p:grpSpPr>
          <a:xfrm rot="5400000">
            <a:off x="6770859" y="2202679"/>
            <a:ext cx="90000" cy="90000"/>
            <a:chOff x="8110168" y="3207621"/>
            <a:chExt cx="72000" cy="72000"/>
          </a:xfrm>
        </p:grpSpPr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F865ECCF-22B7-CFD5-64A7-6404DB0CF7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10168" y="3207621"/>
              <a:ext cx="72000" cy="72000"/>
            </a:xfrm>
            <a:prstGeom prst="line">
              <a:avLst/>
            </a:prstGeom>
            <a:ln w="25400" cap="rnd">
              <a:solidFill>
                <a:srgbClr val="FF4C4C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0E8216CB-3EAA-0C69-FDE7-795A06105C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10168" y="3207621"/>
              <a:ext cx="72000" cy="72000"/>
            </a:xfrm>
            <a:prstGeom prst="line">
              <a:avLst/>
            </a:prstGeom>
            <a:ln w="25400" cap="rnd">
              <a:solidFill>
                <a:srgbClr val="FF4C4C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2" name="Rectangle 151">
            <a:extLst>
              <a:ext uri="{FF2B5EF4-FFF2-40B4-BE49-F238E27FC236}">
                <a16:creationId xmlns:a16="http://schemas.microsoft.com/office/drawing/2014/main" id="{55DEC552-B9B8-BB06-230F-F69A751D3F26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6635859" y="2884369"/>
            <a:ext cx="360000" cy="360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2EA6F1B4-9F33-5CEE-1005-C450DF15CE4E}"/>
              </a:ext>
            </a:extLst>
          </p:cNvPr>
          <p:cNvGrpSpPr/>
          <p:nvPr/>
        </p:nvGrpSpPr>
        <p:grpSpPr>
          <a:xfrm rot="16200000" flipH="1">
            <a:off x="6866085" y="2906526"/>
            <a:ext cx="108000" cy="108000"/>
            <a:chOff x="8128436" y="3633355"/>
            <a:chExt cx="72000" cy="72000"/>
          </a:xfrm>
        </p:grpSpPr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F7AF53E6-D5AE-94C7-6684-61E333E1AB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28436" y="3669355"/>
              <a:ext cx="72000" cy="0"/>
            </a:xfrm>
            <a:prstGeom prst="line">
              <a:avLst/>
            </a:prstGeom>
            <a:ln w="25400" cap="rnd">
              <a:solidFill>
                <a:srgbClr val="FF4C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BF43B0D1-961B-479A-E102-47AA839E78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64436" y="3633355"/>
              <a:ext cx="0" cy="72000"/>
            </a:xfrm>
            <a:prstGeom prst="line">
              <a:avLst/>
            </a:prstGeom>
            <a:ln w="25400" cap="rnd">
              <a:solidFill>
                <a:srgbClr val="FF4C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9F5ECEC0-74C6-1AAF-47D4-68910CD6E95D}"/>
              </a:ext>
            </a:extLst>
          </p:cNvPr>
          <p:cNvCxnSpPr>
            <a:cxnSpLocks/>
          </p:cNvCxnSpPr>
          <p:nvPr/>
        </p:nvCxnSpPr>
        <p:spPr>
          <a:xfrm rot="16200000">
            <a:off x="6866085" y="3118369"/>
            <a:ext cx="108000" cy="0"/>
          </a:xfrm>
          <a:prstGeom prst="line">
            <a:avLst/>
          </a:prstGeom>
          <a:ln w="50800" cap="rnd">
            <a:solidFill>
              <a:srgbClr val="FF4C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9EA424B0-812A-F844-CAB5-8D51ED323CBC}"/>
              </a:ext>
            </a:extLst>
          </p:cNvPr>
          <p:cNvCxnSpPr>
            <a:cxnSpLocks/>
          </p:cNvCxnSpPr>
          <p:nvPr/>
        </p:nvCxnSpPr>
        <p:spPr>
          <a:xfrm rot="16200000">
            <a:off x="6706753" y="3064369"/>
            <a:ext cx="216000" cy="0"/>
          </a:xfrm>
          <a:prstGeom prst="line">
            <a:avLst/>
          </a:prstGeom>
          <a:ln w="50800" cap="rnd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3F7CD258-1051-04EE-098E-7031C4C1221C}"/>
              </a:ext>
            </a:extLst>
          </p:cNvPr>
          <p:cNvCxnSpPr>
            <a:cxnSpLocks/>
          </p:cNvCxnSpPr>
          <p:nvPr/>
        </p:nvCxnSpPr>
        <p:spPr>
          <a:xfrm rot="16200000">
            <a:off x="6576646" y="3064369"/>
            <a:ext cx="216000" cy="0"/>
          </a:xfrm>
          <a:prstGeom prst="line">
            <a:avLst/>
          </a:prstGeom>
          <a:ln w="50800" cap="rnd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riangle 160">
            <a:extLst>
              <a:ext uri="{FF2B5EF4-FFF2-40B4-BE49-F238E27FC236}">
                <a16:creationId xmlns:a16="http://schemas.microsoft.com/office/drawing/2014/main" id="{42ABFE79-8EAA-8209-5957-A1B40CDC1A3C}"/>
              </a:ext>
            </a:extLst>
          </p:cNvPr>
          <p:cNvSpPr/>
          <p:nvPr/>
        </p:nvSpPr>
        <p:spPr>
          <a:xfrm rot="10800000">
            <a:off x="6761859" y="3619396"/>
            <a:ext cx="108000" cy="144000"/>
          </a:xfrm>
          <a:prstGeom prst="triangle">
            <a:avLst/>
          </a:prstGeom>
          <a:solidFill>
            <a:srgbClr val="FF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8C2CD808-72E9-6ADF-47E3-08C569D1790B}"/>
              </a:ext>
            </a:extLst>
          </p:cNvPr>
          <p:cNvCxnSpPr>
            <a:cxnSpLocks/>
          </p:cNvCxnSpPr>
          <p:nvPr/>
        </p:nvCxnSpPr>
        <p:spPr>
          <a:xfrm rot="5400000" flipH="1">
            <a:off x="6577752" y="3798127"/>
            <a:ext cx="216000" cy="0"/>
          </a:xfrm>
          <a:prstGeom prst="line">
            <a:avLst/>
          </a:prstGeom>
          <a:ln w="50800" cap="rnd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DBE84BCF-6FB9-7146-120D-648855170912}"/>
              </a:ext>
            </a:extLst>
          </p:cNvPr>
          <p:cNvCxnSpPr>
            <a:cxnSpLocks/>
          </p:cNvCxnSpPr>
          <p:nvPr/>
        </p:nvCxnSpPr>
        <p:spPr>
          <a:xfrm rot="5400000" flipH="1">
            <a:off x="6761859" y="3852127"/>
            <a:ext cx="108000" cy="0"/>
          </a:xfrm>
          <a:prstGeom prst="line">
            <a:avLst/>
          </a:prstGeom>
          <a:ln w="50800" cap="rnd">
            <a:solidFill>
              <a:srgbClr val="FF4C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118EDE67-EDCE-F40D-73AA-AB950C3002B4}"/>
              </a:ext>
            </a:extLst>
          </p:cNvPr>
          <p:cNvCxnSpPr>
            <a:cxnSpLocks/>
          </p:cNvCxnSpPr>
          <p:nvPr/>
        </p:nvCxnSpPr>
        <p:spPr>
          <a:xfrm rot="5400000" flipH="1">
            <a:off x="6837966" y="3798127"/>
            <a:ext cx="216000" cy="0"/>
          </a:xfrm>
          <a:prstGeom prst="line">
            <a:avLst/>
          </a:prstGeom>
          <a:ln w="50800" cap="rnd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Rectangle 168">
            <a:extLst>
              <a:ext uri="{FF2B5EF4-FFF2-40B4-BE49-F238E27FC236}">
                <a16:creationId xmlns:a16="http://schemas.microsoft.com/office/drawing/2014/main" id="{84544B99-A28F-797C-A536-A4653D5AED76}"/>
              </a:ext>
            </a:extLst>
          </p:cNvPr>
          <p:cNvSpPr>
            <a:spLocks noChangeAspect="1"/>
          </p:cNvSpPr>
          <p:nvPr/>
        </p:nvSpPr>
        <p:spPr>
          <a:xfrm>
            <a:off x="3758637" y="2150611"/>
            <a:ext cx="360000" cy="360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EEDCE611-452E-F100-CACF-C320BB506196}"/>
              </a:ext>
            </a:extLst>
          </p:cNvPr>
          <p:cNvCxnSpPr>
            <a:cxnSpLocks/>
          </p:cNvCxnSpPr>
          <p:nvPr/>
        </p:nvCxnSpPr>
        <p:spPr>
          <a:xfrm>
            <a:off x="3877313" y="2441824"/>
            <a:ext cx="87850" cy="0"/>
          </a:xfrm>
          <a:prstGeom prst="line">
            <a:avLst/>
          </a:prstGeom>
          <a:ln w="25400" cap="rnd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ight Bracket 170">
            <a:extLst>
              <a:ext uri="{FF2B5EF4-FFF2-40B4-BE49-F238E27FC236}">
                <a16:creationId xmlns:a16="http://schemas.microsoft.com/office/drawing/2014/main" id="{6CC597DB-8D0A-09DE-E7DD-E115B93D1ED5}"/>
              </a:ext>
            </a:extLst>
          </p:cNvPr>
          <p:cNvSpPr/>
          <p:nvPr/>
        </p:nvSpPr>
        <p:spPr>
          <a:xfrm>
            <a:off x="3965163" y="2265898"/>
            <a:ext cx="87850" cy="175926"/>
          </a:xfrm>
          <a:prstGeom prst="rightBracket">
            <a:avLst>
              <a:gd name="adj" fmla="val 100129"/>
            </a:avLst>
          </a:prstGeom>
          <a:ln w="25400" cap="rnd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54D69AB9-EBA9-8987-DE49-40E9E3823474}"/>
              </a:ext>
            </a:extLst>
          </p:cNvPr>
          <p:cNvCxnSpPr>
            <a:cxnSpLocks/>
          </p:cNvCxnSpPr>
          <p:nvPr/>
        </p:nvCxnSpPr>
        <p:spPr>
          <a:xfrm>
            <a:off x="3815025" y="2265898"/>
            <a:ext cx="150138" cy="0"/>
          </a:xfrm>
          <a:prstGeom prst="line">
            <a:avLst/>
          </a:prstGeom>
          <a:ln w="25400" cap="rnd">
            <a:solidFill>
              <a:schemeClr val="tx1">
                <a:lumMod val="75000"/>
                <a:lumOff val="25000"/>
              </a:schemeClr>
            </a:solidFill>
            <a:headEnd type="triangl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Rectangle 173">
            <a:extLst>
              <a:ext uri="{FF2B5EF4-FFF2-40B4-BE49-F238E27FC236}">
                <a16:creationId xmlns:a16="http://schemas.microsoft.com/office/drawing/2014/main" id="{A730111A-0173-5419-CA92-E3F89633F5AE}"/>
              </a:ext>
            </a:extLst>
          </p:cNvPr>
          <p:cNvSpPr>
            <a:spLocks noChangeAspect="1"/>
          </p:cNvSpPr>
          <p:nvPr/>
        </p:nvSpPr>
        <p:spPr>
          <a:xfrm>
            <a:off x="3758637" y="2882870"/>
            <a:ext cx="360000" cy="360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99388D19-AE6F-3F4C-E613-254CA59D60B2}"/>
              </a:ext>
            </a:extLst>
          </p:cNvPr>
          <p:cNvCxnSpPr>
            <a:cxnSpLocks/>
          </p:cNvCxnSpPr>
          <p:nvPr/>
        </p:nvCxnSpPr>
        <p:spPr>
          <a:xfrm flipH="1">
            <a:off x="3921347" y="3170208"/>
            <a:ext cx="87850" cy="0"/>
          </a:xfrm>
          <a:prstGeom prst="line">
            <a:avLst/>
          </a:prstGeom>
          <a:ln w="25400" cap="rnd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Right Bracket 175">
            <a:extLst>
              <a:ext uri="{FF2B5EF4-FFF2-40B4-BE49-F238E27FC236}">
                <a16:creationId xmlns:a16="http://schemas.microsoft.com/office/drawing/2014/main" id="{D0C563BB-BF5B-04D4-55A1-BD14B34A74B8}"/>
              </a:ext>
            </a:extLst>
          </p:cNvPr>
          <p:cNvSpPr/>
          <p:nvPr/>
        </p:nvSpPr>
        <p:spPr>
          <a:xfrm flipH="1">
            <a:off x="3833497" y="2994282"/>
            <a:ext cx="87850" cy="175926"/>
          </a:xfrm>
          <a:prstGeom prst="rightBracket">
            <a:avLst>
              <a:gd name="adj" fmla="val 100129"/>
            </a:avLst>
          </a:prstGeom>
          <a:ln w="25400" cap="rnd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C2589DE2-3CB0-EFAA-FF14-8D807FA27687}"/>
              </a:ext>
            </a:extLst>
          </p:cNvPr>
          <p:cNvCxnSpPr>
            <a:cxnSpLocks/>
          </p:cNvCxnSpPr>
          <p:nvPr/>
        </p:nvCxnSpPr>
        <p:spPr>
          <a:xfrm flipH="1">
            <a:off x="3921347" y="2994282"/>
            <a:ext cx="150138" cy="0"/>
          </a:xfrm>
          <a:prstGeom prst="line">
            <a:avLst/>
          </a:prstGeom>
          <a:ln w="25400" cap="rnd">
            <a:solidFill>
              <a:schemeClr val="tx1">
                <a:lumMod val="75000"/>
                <a:lumOff val="25000"/>
              </a:schemeClr>
            </a:solidFill>
            <a:headEnd type="triangl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ectangle 178">
            <a:extLst>
              <a:ext uri="{FF2B5EF4-FFF2-40B4-BE49-F238E27FC236}">
                <a16:creationId xmlns:a16="http://schemas.microsoft.com/office/drawing/2014/main" id="{040373A8-94D0-3832-1F19-18D9419EC4DE}"/>
              </a:ext>
            </a:extLst>
          </p:cNvPr>
          <p:cNvSpPr>
            <a:spLocks noChangeAspect="1"/>
          </p:cNvSpPr>
          <p:nvPr/>
        </p:nvSpPr>
        <p:spPr>
          <a:xfrm>
            <a:off x="3758637" y="3615129"/>
            <a:ext cx="360000" cy="360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A044901E-98E4-003F-281A-CA51D1307AB4}"/>
              </a:ext>
            </a:extLst>
          </p:cNvPr>
          <p:cNvCxnSpPr>
            <a:cxnSpLocks/>
          </p:cNvCxnSpPr>
          <p:nvPr/>
        </p:nvCxnSpPr>
        <p:spPr>
          <a:xfrm flipH="1">
            <a:off x="3897625" y="3701081"/>
            <a:ext cx="36000" cy="0"/>
          </a:xfrm>
          <a:prstGeom prst="line">
            <a:avLst/>
          </a:prstGeom>
          <a:ln w="25400" cap="rnd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32B32CA1-FFFB-E26E-191A-009F33B05A40}"/>
              </a:ext>
            </a:extLst>
          </p:cNvPr>
          <p:cNvCxnSpPr>
            <a:cxnSpLocks/>
          </p:cNvCxnSpPr>
          <p:nvPr/>
        </p:nvCxnSpPr>
        <p:spPr>
          <a:xfrm flipH="1">
            <a:off x="3897625" y="3770884"/>
            <a:ext cx="72000" cy="0"/>
          </a:xfrm>
          <a:prstGeom prst="line">
            <a:avLst/>
          </a:prstGeom>
          <a:ln w="25400" cap="rnd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5F91CF33-B38F-B80F-4CA4-17A4D0B9D8B0}"/>
              </a:ext>
            </a:extLst>
          </p:cNvPr>
          <p:cNvCxnSpPr>
            <a:cxnSpLocks/>
          </p:cNvCxnSpPr>
          <p:nvPr/>
        </p:nvCxnSpPr>
        <p:spPr>
          <a:xfrm flipH="1">
            <a:off x="3897625" y="3840687"/>
            <a:ext cx="108000" cy="0"/>
          </a:xfrm>
          <a:prstGeom prst="line">
            <a:avLst/>
          </a:prstGeom>
          <a:ln w="25400" cap="rnd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FE48DE0D-27B9-D19B-E909-996F98D92A95}"/>
              </a:ext>
            </a:extLst>
          </p:cNvPr>
          <p:cNvCxnSpPr>
            <a:cxnSpLocks/>
          </p:cNvCxnSpPr>
          <p:nvPr/>
        </p:nvCxnSpPr>
        <p:spPr>
          <a:xfrm flipH="1">
            <a:off x="3897625" y="3910489"/>
            <a:ext cx="180000" cy="0"/>
          </a:xfrm>
          <a:prstGeom prst="line">
            <a:avLst/>
          </a:prstGeom>
          <a:ln w="25400" cap="rnd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B3F421AE-CA58-85E3-90A8-2A2202ACF9EB}"/>
              </a:ext>
            </a:extLst>
          </p:cNvPr>
          <p:cNvGrpSpPr>
            <a:grpSpLocks/>
          </p:cNvGrpSpPr>
          <p:nvPr/>
        </p:nvGrpSpPr>
        <p:grpSpPr>
          <a:xfrm>
            <a:off x="3793667" y="3683374"/>
            <a:ext cx="72000" cy="250407"/>
            <a:chOff x="7015532" y="2828658"/>
            <a:chExt cx="72000" cy="250407"/>
          </a:xfrm>
        </p:grpSpPr>
        <p:sp>
          <p:nvSpPr>
            <p:cNvPr id="185" name="Right Triangle 184">
              <a:extLst>
                <a:ext uri="{FF2B5EF4-FFF2-40B4-BE49-F238E27FC236}">
                  <a16:creationId xmlns:a16="http://schemas.microsoft.com/office/drawing/2014/main" id="{289B77CA-DCD4-2602-92C6-9E8D32A3D9DA}"/>
                </a:ext>
              </a:extLst>
            </p:cNvPr>
            <p:cNvSpPr/>
            <p:nvPr/>
          </p:nvSpPr>
          <p:spPr>
            <a:xfrm rot="10800000">
              <a:off x="7015532" y="2971065"/>
              <a:ext cx="72000" cy="108000"/>
            </a:xfrm>
            <a:prstGeom prst="rtTriangle">
              <a:avLst/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6A8D950C-CE31-105F-B6EE-01F2A4AAB8BB}"/>
                </a:ext>
              </a:extLst>
            </p:cNvPr>
            <p:cNvSpPr/>
            <p:nvPr/>
          </p:nvSpPr>
          <p:spPr>
            <a:xfrm>
              <a:off x="7051532" y="2828658"/>
              <a:ext cx="36000" cy="180000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</p:grpSp>
      <p:sp>
        <p:nvSpPr>
          <p:cNvPr id="188" name="Rectangle 187">
            <a:extLst>
              <a:ext uri="{FF2B5EF4-FFF2-40B4-BE49-F238E27FC236}">
                <a16:creationId xmlns:a16="http://schemas.microsoft.com/office/drawing/2014/main" id="{A8A2B4CF-7A46-6E3A-59D0-F4B439EB45EE}"/>
              </a:ext>
            </a:extLst>
          </p:cNvPr>
          <p:cNvSpPr>
            <a:spLocks noChangeAspect="1"/>
          </p:cNvSpPr>
          <p:nvPr/>
        </p:nvSpPr>
        <p:spPr>
          <a:xfrm>
            <a:off x="3758637" y="4347389"/>
            <a:ext cx="360000" cy="360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0E315BF8-60B9-5851-DE5C-F8EECAD2BD9B}"/>
              </a:ext>
            </a:extLst>
          </p:cNvPr>
          <p:cNvCxnSpPr>
            <a:cxnSpLocks/>
          </p:cNvCxnSpPr>
          <p:nvPr/>
        </p:nvCxnSpPr>
        <p:spPr>
          <a:xfrm flipH="1">
            <a:off x="3897625" y="4642749"/>
            <a:ext cx="36000" cy="0"/>
          </a:xfrm>
          <a:prstGeom prst="line">
            <a:avLst/>
          </a:prstGeom>
          <a:ln w="25400" cap="rnd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69BF8B04-285F-DC54-C682-C22D6AB93A97}"/>
              </a:ext>
            </a:extLst>
          </p:cNvPr>
          <p:cNvCxnSpPr>
            <a:cxnSpLocks/>
          </p:cNvCxnSpPr>
          <p:nvPr/>
        </p:nvCxnSpPr>
        <p:spPr>
          <a:xfrm flipH="1">
            <a:off x="3897625" y="4572947"/>
            <a:ext cx="72000" cy="0"/>
          </a:xfrm>
          <a:prstGeom prst="line">
            <a:avLst/>
          </a:prstGeom>
          <a:ln w="25400" cap="rnd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3F2C7123-8560-5C63-C947-12D4020DC68C}"/>
              </a:ext>
            </a:extLst>
          </p:cNvPr>
          <p:cNvCxnSpPr>
            <a:cxnSpLocks/>
          </p:cNvCxnSpPr>
          <p:nvPr/>
        </p:nvCxnSpPr>
        <p:spPr>
          <a:xfrm flipH="1">
            <a:off x="3897625" y="4503144"/>
            <a:ext cx="108000" cy="0"/>
          </a:xfrm>
          <a:prstGeom prst="line">
            <a:avLst/>
          </a:prstGeom>
          <a:ln w="25400" cap="rnd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42DE51D0-B82F-87F3-652D-AA6322B97173}"/>
              </a:ext>
            </a:extLst>
          </p:cNvPr>
          <p:cNvCxnSpPr>
            <a:cxnSpLocks/>
          </p:cNvCxnSpPr>
          <p:nvPr/>
        </p:nvCxnSpPr>
        <p:spPr>
          <a:xfrm flipH="1">
            <a:off x="3897625" y="4433341"/>
            <a:ext cx="180000" cy="0"/>
          </a:xfrm>
          <a:prstGeom prst="line">
            <a:avLst/>
          </a:prstGeom>
          <a:ln w="25400" cap="rnd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61C42E8C-CF5D-73A9-9C45-BD9AED7F87B4}"/>
              </a:ext>
            </a:extLst>
          </p:cNvPr>
          <p:cNvGrpSpPr>
            <a:grpSpLocks/>
          </p:cNvGrpSpPr>
          <p:nvPr/>
        </p:nvGrpSpPr>
        <p:grpSpPr>
          <a:xfrm>
            <a:off x="3793667" y="4415634"/>
            <a:ext cx="72000" cy="250407"/>
            <a:chOff x="7015532" y="2828658"/>
            <a:chExt cx="72000" cy="250407"/>
          </a:xfrm>
        </p:grpSpPr>
        <p:sp>
          <p:nvSpPr>
            <p:cNvPr id="194" name="Right Triangle 193">
              <a:extLst>
                <a:ext uri="{FF2B5EF4-FFF2-40B4-BE49-F238E27FC236}">
                  <a16:creationId xmlns:a16="http://schemas.microsoft.com/office/drawing/2014/main" id="{B5D7238E-B576-1B7B-DB4F-C74642FE6340}"/>
                </a:ext>
              </a:extLst>
            </p:cNvPr>
            <p:cNvSpPr/>
            <p:nvPr/>
          </p:nvSpPr>
          <p:spPr>
            <a:xfrm rot="10800000">
              <a:off x="7015532" y="2971065"/>
              <a:ext cx="72000" cy="108000"/>
            </a:xfrm>
            <a:prstGeom prst="rtTriangle">
              <a:avLst/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E308B496-0AFD-97FF-FBCE-6AAEB0447A6E}"/>
                </a:ext>
              </a:extLst>
            </p:cNvPr>
            <p:cNvSpPr/>
            <p:nvPr/>
          </p:nvSpPr>
          <p:spPr>
            <a:xfrm>
              <a:off x="7051532" y="2828658"/>
              <a:ext cx="36000" cy="180000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</p:grpSp>
      <p:sp>
        <p:nvSpPr>
          <p:cNvPr id="197" name="Freeform 196">
            <a:extLst>
              <a:ext uri="{FF2B5EF4-FFF2-40B4-BE49-F238E27FC236}">
                <a16:creationId xmlns:a16="http://schemas.microsoft.com/office/drawing/2014/main" id="{01A96EF3-2E41-3A8B-6938-0BD8BDF70068}"/>
              </a:ext>
            </a:extLst>
          </p:cNvPr>
          <p:cNvSpPr>
            <a:spLocks/>
          </p:cNvSpPr>
          <p:nvPr/>
        </p:nvSpPr>
        <p:spPr>
          <a:xfrm>
            <a:off x="8074470" y="2150611"/>
            <a:ext cx="360000" cy="120000"/>
          </a:xfrm>
          <a:custGeom>
            <a:avLst/>
            <a:gdLst>
              <a:gd name="connsiteX0" fmla="*/ 72001 w 432000"/>
              <a:gd name="connsiteY0" fmla="*/ 0 h 144000"/>
              <a:gd name="connsiteX1" fmla="*/ 359999 w 432000"/>
              <a:gd name="connsiteY1" fmla="*/ 0 h 144000"/>
              <a:gd name="connsiteX2" fmla="*/ 432000 w 432000"/>
              <a:gd name="connsiteY2" fmla="*/ 72001 h 144000"/>
              <a:gd name="connsiteX3" fmla="*/ 432000 w 432000"/>
              <a:gd name="connsiteY3" fmla="*/ 144000 h 144000"/>
              <a:gd name="connsiteX4" fmla="*/ 0 w 432000"/>
              <a:gd name="connsiteY4" fmla="*/ 144000 h 144000"/>
              <a:gd name="connsiteX5" fmla="*/ 0 w 432000"/>
              <a:gd name="connsiteY5" fmla="*/ 72001 h 144000"/>
              <a:gd name="connsiteX6" fmla="*/ 72001 w 432000"/>
              <a:gd name="connsiteY6" fmla="*/ 0 h 14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000" h="144000">
                <a:moveTo>
                  <a:pt x="72001" y="0"/>
                </a:moveTo>
                <a:lnTo>
                  <a:pt x="359999" y="0"/>
                </a:lnTo>
                <a:cubicBezTo>
                  <a:pt x="399764" y="0"/>
                  <a:pt x="432000" y="32236"/>
                  <a:pt x="432000" y="72001"/>
                </a:cubicBezTo>
                <a:lnTo>
                  <a:pt x="432000" y="144000"/>
                </a:lnTo>
                <a:lnTo>
                  <a:pt x="0" y="144000"/>
                </a:lnTo>
                <a:lnTo>
                  <a:pt x="0" y="72001"/>
                </a:lnTo>
                <a:cubicBezTo>
                  <a:pt x="0" y="32236"/>
                  <a:pt x="32236" y="0"/>
                  <a:pt x="72001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TW"/>
          </a:p>
        </p:txBody>
      </p:sp>
      <p:sp>
        <p:nvSpPr>
          <p:cNvPr id="198" name="Freeform 197">
            <a:extLst>
              <a:ext uri="{FF2B5EF4-FFF2-40B4-BE49-F238E27FC236}">
                <a16:creationId xmlns:a16="http://schemas.microsoft.com/office/drawing/2014/main" id="{20FC231A-555C-3C27-DF1E-39E725D1506C}"/>
              </a:ext>
            </a:extLst>
          </p:cNvPr>
          <p:cNvSpPr>
            <a:spLocks/>
          </p:cNvSpPr>
          <p:nvPr/>
        </p:nvSpPr>
        <p:spPr>
          <a:xfrm>
            <a:off x="8074470" y="2390610"/>
            <a:ext cx="360000" cy="120001"/>
          </a:xfrm>
          <a:custGeom>
            <a:avLst/>
            <a:gdLst>
              <a:gd name="connsiteX0" fmla="*/ 0 w 432000"/>
              <a:gd name="connsiteY0" fmla="*/ 0 h 144001"/>
              <a:gd name="connsiteX1" fmla="*/ 432000 w 432000"/>
              <a:gd name="connsiteY1" fmla="*/ 0 h 144001"/>
              <a:gd name="connsiteX2" fmla="*/ 432000 w 432000"/>
              <a:gd name="connsiteY2" fmla="*/ 72000 h 144001"/>
              <a:gd name="connsiteX3" fmla="*/ 359999 w 432000"/>
              <a:gd name="connsiteY3" fmla="*/ 144001 h 144001"/>
              <a:gd name="connsiteX4" fmla="*/ 72001 w 432000"/>
              <a:gd name="connsiteY4" fmla="*/ 144001 h 144001"/>
              <a:gd name="connsiteX5" fmla="*/ 0 w 432000"/>
              <a:gd name="connsiteY5" fmla="*/ 72000 h 144001"/>
              <a:gd name="connsiteX6" fmla="*/ 0 w 432000"/>
              <a:gd name="connsiteY6" fmla="*/ 0 h 14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000" h="144001">
                <a:moveTo>
                  <a:pt x="0" y="0"/>
                </a:moveTo>
                <a:lnTo>
                  <a:pt x="432000" y="0"/>
                </a:lnTo>
                <a:lnTo>
                  <a:pt x="432000" y="72000"/>
                </a:lnTo>
                <a:cubicBezTo>
                  <a:pt x="432000" y="111765"/>
                  <a:pt x="399764" y="144001"/>
                  <a:pt x="359999" y="144001"/>
                </a:cubicBezTo>
                <a:lnTo>
                  <a:pt x="72001" y="144001"/>
                </a:lnTo>
                <a:cubicBezTo>
                  <a:pt x="32236" y="144001"/>
                  <a:pt x="0" y="111765"/>
                  <a:pt x="0" y="720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TW"/>
          </a:p>
        </p:txBody>
      </p:sp>
      <p:sp>
        <p:nvSpPr>
          <p:cNvPr id="199" name="Freeform 198">
            <a:extLst>
              <a:ext uri="{FF2B5EF4-FFF2-40B4-BE49-F238E27FC236}">
                <a16:creationId xmlns:a16="http://schemas.microsoft.com/office/drawing/2014/main" id="{5C40E827-8DE9-C025-DA79-2EF382D18715}"/>
              </a:ext>
            </a:extLst>
          </p:cNvPr>
          <p:cNvSpPr>
            <a:spLocks/>
          </p:cNvSpPr>
          <p:nvPr/>
        </p:nvSpPr>
        <p:spPr>
          <a:xfrm>
            <a:off x="8074470" y="2270612"/>
            <a:ext cx="360000" cy="119999"/>
          </a:xfrm>
          <a:custGeom>
            <a:avLst/>
            <a:gdLst>
              <a:gd name="connsiteX0" fmla="*/ 0 w 432000"/>
              <a:gd name="connsiteY0" fmla="*/ 0 h 143999"/>
              <a:gd name="connsiteX1" fmla="*/ 432000 w 432000"/>
              <a:gd name="connsiteY1" fmla="*/ 0 h 143999"/>
              <a:gd name="connsiteX2" fmla="*/ 432000 w 432000"/>
              <a:gd name="connsiteY2" fmla="*/ 143999 h 143999"/>
              <a:gd name="connsiteX3" fmla="*/ 0 w 432000"/>
              <a:gd name="connsiteY3" fmla="*/ 143999 h 143999"/>
              <a:gd name="connsiteX4" fmla="*/ 0 w 432000"/>
              <a:gd name="connsiteY4" fmla="*/ 0 h 143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2000" h="143999">
                <a:moveTo>
                  <a:pt x="0" y="0"/>
                </a:moveTo>
                <a:lnTo>
                  <a:pt x="432000" y="0"/>
                </a:lnTo>
                <a:lnTo>
                  <a:pt x="432000" y="143999"/>
                </a:lnTo>
                <a:lnTo>
                  <a:pt x="0" y="143999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TW"/>
          </a:p>
        </p:txBody>
      </p:sp>
      <p:sp>
        <p:nvSpPr>
          <p:cNvPr id="201" name="Freeform 200">
            <a:extLst>
              <a:ext uri="{FF2B5EF4-FFF2-40B4-BE49-F238E27FC236}">
                <a16:creationId xmlns:a16="http://schemas.microsoft.com/office/drawing/2014/main" id="{E71F3958-F9A8-6876-6378-30A027BB614E}"/>
              </a:ext>
            </a:extLst>
          </p:cNvPr>
          <p:cNvSpPr/>
          <p:nvPr/>
        </p:nvSpPr>
        <p:spPr>
          <a:xfrm>
            <a:off x="8254470" y="2884369"/>
            <a:ext cx="180000" cy="180000"/>
          </a:xfrm>
          <a:custGeom>
            <a:avLst/>
            <a:gdLst>
              <a:gd name="connsiteX0" fmla="*/ 0 w 180000"/>
              <a:gd name="connsiteY0" fmla="*/ 0 h 180000"/>
              <a:gd name="connsiteX1" fmla="*/ 119999 w 180000"/>
              <a:gd name="connsiteY1" fmla="*/ 0 h 180000"/>
              <a:gd name="connsiteX2" fmla="*/ 180000 w 180000"/>
              <a:gd name="connsiteY2" fmla="*/ 60001 h 180000"/>
              <a:gd name="connsiteX3" fmla="*/ 180000 w 180000"/>
              <a:gd name="connsiteY3" fmla="*/ 180000 h 180000"/>
              <a:gd name="connsiteX4" fmla="*/ 0 w 180000"/>
              <a:gd name="connsiteY4" fmla="*/ 180000 h 180000"/>
              <a:gd name="connsiteX5" fmla="*/ 0 w 180000"/>
              <a:gd name="connsiteY5" fmla="*/ 0 h 1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0000" h="180000">
                <a:moveTo>
                  <a:pt x="0" y="0"/>
                </a:moveTo>
                <a:lnTo>
                  <a:pt x="119999" y="0"/>
                </a:lnTo>
                <a:cubicBezTo>
                  <a:pt x="153137" y="0"/>
                  <a:pt x="180000" y="26863"/>
                  <a:pt x="180000" y="60001"/>
                </a:cubicBezTo>
                <a:lnTo>
                  <a:pt x="180000" y="180000"/>
                </a:lnTo>
                <a:lnTo>
                  <a:pt x="0" y="180000"/>
                </a:lnTo>
                <a:lnTo>
                  <a:pt x="0" y="0"/>
                </a:lnTo>
                <a:close/>
              </a:path>
            </a:pathLst>
          </a:custGeom>
          <a:solidFill>
            <a:srgbClr val="FF7E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TW"/>
          </a:p>
        </p:txBody>
      </p:sp>
      <p:sp>
        <p:nvSpPr>
          <p:cNvPr id="202" name="Freeform 201">
            <a:extLst>
              <a:ext uri="{FF2B5EF4-FFF2-40B4-BE49-F238E27FC236}">
                <a16:creationId xmlns:a16="http://schemas.microsoft.com/office/drawing/2014/main" id="{3412D64B-E23C-29DD-AC80-B1EDA0CBAC4F}"/>
              </a:ext>
            </a:extLst>
          </p:cNvPr>
          <p:cNvSpPr/>
          <p:nvPr/>
        </p:nvSpPr>
        <p:spPr>
          <a:xfrm rot="5400000">
            <a:off x="8254470" y="3064369"/>
            <a:ext cx="180000" cy="180000"/>
          </a:xfrm>
          <a:custGeom>
            <a:avLst/>
            <a:gdLst>
              <a:gd name="connsiteX0" fmla="*/ 0 w 180000"/>
              <a:gd name="connsiteY0" fmla="*/ 0 h 180000"/>
              <a:gd name="connsiteX1" fmla="*/ 119999 w 180000"/>
              <a:gd name="connsiteY1" fmla="*/ 0 h 180000"/>
              <a:gd name="connsiteX2" fmla="*/ 180000 w 180000"/>
              <a:gd name="connsiteY2" fmla="*/ 60001 h 180000"/>
              <a:gd name="connsiteX3" fmla="*/ 180000 w 180000"/>
              <a:gd name="connsiteY3" fmla="*/ 180000 h 180000"/>
              <a:gd name="connsiteX4" fmla="*/ 0 w 180000"/>
              <a:gd name="connsiteY4" fmla="*/ 180000 h 180000"/>
              <a:gd name="connsiteX5" fmla="*/ 0 w 180000"/>
              <a:gd name="connsiteY5" fmla="*/ 0 h 1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0000" h="180000">
                <a:moveTo>
                  <a:pt x="0" y="0"/>
                </a:moveTo>
                <a:lnTo>
                  <a:pt x="119999" y="0"/>
                </a:lnTo>
                <a:cubicBezTo>
                  <a:pt x="153137" y="0"/>
                  <a:pt x="180000" y="26863"/>
                  <a:pt x="180000" y="60001"/>
                </a:cubicBezTo>
                <a:lnTo>
                  <a:pt x="180000" y="180000"/>
                </a:lnTo>
                <a:lnTo>
                  <a:pt x="0" y="180000"/>
                </a:lnTo>
                <a:lnTo>
                  <a:pt x="0" y="0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TW"/>
          </a:p>
        </p:txBody>
      </p:sp>
      <p:sp>
        <p:nvSpPr>
          <p:cNvPr id="203" name="Freeform 202">
            <a:extLst>
              <a:ext uri="{FF2B5EF4-FFF2-40B4-BE49-F238E27FC236}">
                <a16:creationId xmlns:a16="http://schemas.microsoft.com/office/drawing/2014/main" id="{1F24A933-A07E-7559-BD33-CC79B9C820B9}"/>
              </a:ext>
            </a:extLst>
          </p:cNvPr>
          <p:cNvSpPr/>
          <p:nvPr/>
        </p:nvSpPr>
        <p:spPr>
          <a:xfrm rot="10800000">
            <a:off x="8074470" y="3064369"/>
            <a:ext cx="180000" cy="180000"/>
          </a:xfrm>
          <a:custGeom>
            <a:avLst/>
            <a:gdLst>
              <a:gd name="connsiteX0" fmla="*/ 0 w 180000"/>
              <a:gd name="connsiteY0" fmla="*/ 0 h 180000"/>
              <a:gd name="connsiteX1" fmla="*/ 119999 w 180000"/>
              <a:gd name="connsiteY1" fmla="*/ 0 h 180000"/>
              <a:gd name="connsiteX2" fmla="*/ 180000 w 180000"/>
              <a:gd name="connsiteY2" fmla="*/ 60001 h 180000"/>
              <a:gd name="connsiteX3" fmla="*/ 180000 w 180000"/>
              <a:gd name="connsiteY3" fmla="*/ 180000 h 180000"/>
              <a:gd name="connsiteX4" fmla="*/ 0 w 180000"/>
              <a:gd name="connsiteY4" fmla="*/ 180000 h 180000"/>
              <a:gd name="connsiteX5" fmla="*/ 0 w 180000"/>
              <a:gd name="connsiteY5" fmla="*/ 0 h 1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0000" h="180000">
                <a:moveTo>
                  <a:pt x="0" y="0"/>
                </a:moveTo>
                <a:lnTo>
                  <a:pt x="119999" y="0"/>
                </a:lnTo>
                <a:cubicBezTo>
                  <a:pt x="153137" y="0"/>
                  <a:pt x="180000" y="26863"/>
                  <a:pt x="180000" y="60001"/>
                </a:cubicBezTo>
                <a:lnTo>
                  <a:pt x="180000" y="180000"/>
                </a:lnTo>
                <a:lnTo>
                  <a:pt x="0" y="180000"/>
                </a:lnTo>
                <a:lnTo>
                  <a:pt x="0" y="0"/>
                </a:lnTo>
                <a:close/>
              </a:path>
            </a:pathLst>
          </a:custGeom>
          <a:solidFill>
            <a:srgbClr val="00AE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TW"/>
          </a:p>
        </p:txBody>
      </p:sp>
      <p:sp>
        <p:nvSpPr>
          <p:cNvPr id="204" name="Freeform 203">
            <a:extLst>
              <a:ext uri="{FF2B5EF4-FFF2-40B4-BE49-F238E27FC236}">
                <a16:creationId xmlns:a16="http://schemas.microsoft.com/office/drawing/2014/main" id="{64035B64-3EBF-32B3-DFB0-E2549D728F25}"/>
              </a:ext>
            </a:extLst>
          </p:cNvPr>
          <p:cNvSpPr/>
          <p:nvPr/>
        </p:nvSpPr>
        <p:spPr>
          <a:xfrm rot="16200000">
            <a:off x="8074470" y="2884369"/>
            <a:ext cx="180000" cy="180000"/>
          </a:xfrm>
          <a:custGeom>
            <a:avLst/>
            <a:gdLst>
              <a:gd name="connsiteX0" fmla="*/ 0 w 180000"/>
              <a:gd name="connsiteY0" fmla="*/ 0 h 180000"/>
              <a:gd name="connsiteX1" fmla="*/ 119999 w 180000"/>
              <a:gd name="connsiteY1" fmla="*/ 0 h 180000"/>
              <a:gd name="connsiteX2" fmla="*/ 180000 w 180000"/>
              <a:gd name="connsiteY2" fmla="*/ 60001 h 180000"/>
              <a:gd name="connsiteX3" fmla="*/ 180000 w 180000"/>
              <a:gd name="connsiteY3" fmla="*/ 180000 h 180000"/>
              <a:gd name="connsiteX4" fmla="*/ 0 w 180000"/>
              <a:gd name="connsiteY4" fmla="*/ 180000 h 180000"/>
              <a:gd name="connsiteX5" fmla="*/ 0 w 180000"/>
              <a:gd name="connsiteY5" fmla="*/ 0 h 1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0000" h="180000">
                <a:moveTo>
                  <a:pt x="0" y="0"/>
                </a:moveTo>
                <a:lnTo>
                  <a:pt x="119999" y="0"/>
                </a:lnTo>
                <a:cubicBezTo>
                  <a:pt x="153137" y="0"/>
                  <a:pt x="180000" y="26863"/>
                  <a:pt x="180000" y="60001"/>
                </a:cubicBezTo>
                <a:lnTo>
                  <a:pt x="180000" y="180000"/>
                </a:lnTo>
                <a:lnTo>
                  <a:pt x="0" y="180000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TW"/>
          </a:p>
        </p:txBody>
      </p:sp>
      <p:sp>
        <p:nvSpPr>
          <p:cNvPr id="206" name="Freeform 205">
            <a:extLst>
              <a:ext uri="{FF2B5EF4-FFF2-40B4-BE49-F238E27FC236}">
                <a16:creationId xmlns:a16="http://schemas.microsoft.com/office/drawing/2014/main" id="{8E9F5153-83CA-3182-8F0E-9651C00BD1CC}"/>
              </a:ext>
            </a:extLst>
          </p:cNvPr>
          <p:cNvSpPr/>
          <p:nvPr/>
        </p:nvSpPr>
        <p:spPr>
          <a:xfrm>
            <a:off x="8254470" y="3618127"/>
            <a:ext cx="180000" cy="180000"/>
          </a:xfrm>
          <a:custGeom>
            <a:avLst/>
            <a:gdLst>
              <a:gd name="connsiteX0" fmla="*/ 0 w 180000"/>
              <a:gd name="connsiteY0" fmla="*/ 0 h 180000"/>
              <a:gd name="connsiteX1" fmla="*/ 119999 w 180000"/>
              <a:gd name="connsiteY1" fmla="*/ 0 h 180000"/>
              <a:gd name="connsiteX2" fmla="*/ 180000 w 180000"/>
              <a:gd name="connsiteY2" fmla="*/ 60001 h 180000"/>
              <a:gd name="connsiteX3" fmla="*/ 180000 w 180000"/>
              <a:gd name="connsiteY3" fmla="*/ 180000 h 180000"/>
              <a:gd name="connsiteX4" fmla="*/ 0 w 180000"/>
              <a:gd name="connsiteY4" fmla="*/ 180000 h 180000"/>
              <a:gd name="connsiteX5" fmla="*/ 0 w 180000"/>
              <a:gd name="connsiteY5" fmla="*/ 0 h 1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0000" h="180000">
                <a:moveTo>
                  <a:pt x="0" y="0"/>
                </a:moveTo>
                <a:lnTo>
                  <a:pt x="119999" y="0"/>
                </a:lnTo>
                <a:cubicBezTo>
                  <a:pt x="153137" y="0"/>
                  <a:pt x="180000" y="26863"/>
                  <a:pt x="180000" y="60001"/>
                </a:cubicBezTo>
                <a:lnTo>
                  <a:pt x="180000" y="180000"/>
                </a:lnTo>
                <a:lnTo>
                  <a:pt x="0" y="18000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TW"/>
          </a:p>
        </p:txBody>
      </p:sp>
      <p:sp>
        <p:nvSpPr>
          <p:cNvPr id="207" name="Freeform 206">
            <a:extLst>
              <a:ext uri="{FF2B5EF4-FFF2-40B4-BE49-F238E27FC236}">
                <a16:creationId xmlns:a16="http://schemas.microsoft.com/office/drawing/2014/main" id="{655C8321-9197-FC30-FF61-A77840E8033C}"/>
              </a:ext>
            </a:extLst>
          </p:cNvPr>
          <p:cNvSpPr/>
          <p:nvPr/>
        </p:nvSpPr>
        <p:spPr>
          <a:xfrm rot="5400000">
            <a:off x="8254470" y="3798127"/>
            <a:ext cx="180000" cy="180000"/>
          </a:xfrm>
          <a:custGeom>
            <a:avLst/>
            <a:gdLst>
              <a:gd name="connsiteX0" fmla="*/ 0 w 180000"/>
              <a:gd name="connsiteY0" fmla="*/ 0 h 180000"/>
              <a:gd name="connsiteX1" fmla="*/ 119999 w 180000"/>
              <a:gd name="connsiteY1" fmla="*/ 0 h 180000"/>
              <a:gd name="connsiteX2" fmla="*/ 180000 w 180000"/>
              <a:gd name="connsiteY2" fmla="*/ 60001 h 180000"/>
              <a:gd name="connsiteX3" fmla="*/ 180000 w 180000"/>
              <a:gd name="connsiteY3" fmla="*/ 180000 h 180000"/>
              <a:gd name="connsiteX4" fmla="*/ 0 w 180000"/>
              <a:gd name="connsiteY4" fmla="*/ 180000 h 180000"/>
              <a:gd name="connsiteX5" fmla="*/ 0 w 180000"/>
              <a:gd name="connsiteY5" fmla="*/ 0 h 1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0000" h="180000">
                <a:moveTo>
                  <a:pt x="0" y="0"/>
                </a:moveTo>
                <a:lnTo>
                  <a:pt x="119999" y="0"/>
                </a:lnTo>
                <a:cubicBezTo>
                  <a:pt x="153137" y="0"/>
                  <a:pt x="180000" y="26863"/>
                  <a:pt x="180000" y="60001"/>
                </a:cubicBezTo>
                <a:lnTo>
                  <a:pt x="180000" y="180000"/>
                </a:lnTo>
                <a:lnTo>
                  <a:pt x="0" y="18000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TW"/>
          </a:p>
        </p:txBody>
      </p:sp>
      <p:sp>
        <p:nvSpPr>
          <p:cNvPr id="208" name="Freeform 207">
            <a:extLst>
              <a:ext uri="{FF2B5EF4-FFF2-40B4-BE49-F238E27FC236}">
                <a16:creationId xmlns:a16="http://schemas.microsoft.com/office/drawing/2014/main" id="{D72BEF3F-BA62-3C53-DDCC-4F0D8340DB0F}"/>
              </a:ext>
            </a:extLst>
          </p:cNvPr>
          <p:cNvSpPr/>
          <p:nvPr/>
        </p:nvSpPr>
        <p:spPr>
          <a:xfrm rot="10800000">
            <a:off x="8074470" y="3798127"/>
            <a:ext cx="180000" cy="180000"/>
          </a:xfrm>
          <a:custGeom>
            <a:avLst/>
            <a:gdLst>
              <a:gd name="connsiteX0" fmla="*/ 0 w 180000"/>
              <a:gd name="connsiteY0" fmla="*/ 0 h 180000"/>
              <a:gd name="connsiteX1" fmla="*/ 119999 w 180000"/>
              <a:gd name="connsiteY1" fmla="*/ 0 h 180000"/>
              <a:gd name="connsiteX2" fmla="*/ 180000 w 180000"/>
              <a:gd name="connsiteY2" fmla="*/ 60001 h 180000"/>
              <a:gd name="connsiteX3" fmla="*/ 180000 w 180000"/>
              <a:gd name="connsiteY3" fmla="*/ 180000 h 180000"/>
              <a:gd name="connsiteX4" fmla="*/ 0 w 180000"/>
              <a:gd name="connsiteY4" fmla="*/ 180000 h 180000"/>
              <a:gd name="connsiteX5" fmla="*/ 0 w 180000"/>
              <a:gd name="connsiteY5" fmla="*/ 0 h 1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0000" h="180000">
                <a:moveTo>
                  <a:pt x="0" y="0"/>
                </a:moveTo>
                <a:lnTo>
                  <a:pt x="119999" y="0"/>
                </a:lnTo>
                <a:cubicBezTo>
                  <a:pt x="153137" y="0"/>
                  <a:pt x="180000" y="26863"/>
                  <a:pt x="180000" y="60001"/>
                </a:cubicBezTo>
                <a:lnTo>
                  <a:pt x="180000" y="180000"/>
                </a:lnTo>
                <a:lnTo>
                  <a:pt x="0" y="18000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TW"/>
          </a:p>
        </p:txBody>
      </p:sp>
      <p:sp>
        <p:nvSpPr>
          <p:cNvPr id="209" name="Freeform 208">
            <a:extLst>
              <a:ext uri="{FF2B5EF4-FFF2-40B4-BE49-F238E27FC236}">
                <a16:creationId xmlns:a16="http://schemas.microsoft.com/office/drawing/2014/main" id="{BA945F15-1DB5-EB73-ADAA-2E8D77E9F04C}"/>
              </a:ext>
            </a:extLst>
          </p:cNvPr>
          <p:cNvSpPr/>
          <p:nvPr/>
        </p:nvSpPr>
        <p:spPr>
          <a:xfrm rot="16200000">
            <a:off x="8074470" y="3618127"/>
            <a:ext cx="180000" cy="180000"/>
          </a:xfrm>
          <a:custGeom>
            <a:avLst/>
            <a:gdLst>
              <a:gd name="connsiteX0" fmla="*/ 0 w 180000"/>
              <a:gd name="connsiteY0" fmla="*/ 0 h 180000"/>
              <a:gd name="connsiteX1" fmla="*/ 119999 w 180000"/>
              <a:gd name="connsiteY1" fmla="*/ 0 h 180000"/>
              <a:gd name="connsiteX2" fmla="*/ 180000 w 180000"/>
              <a:gd name="connsiteY2" fmla="*/ 60001 h 180000"/>
              <a:gd name="connsiteX3" fmla="*/ 180000 w 180000"/>
              <a:gd name="connsiteY3" fmla="*/ 180000 h 180000"/>
              <a:gd name="connsiteX4" fmla="*/ 0 w 180000"/>
              <a:gd name="connsiteY4" fmla="*/ 180000 h 180000"/>
              <a:gd name="connsiteX5" fmla="*/ 0 w 180000"/>
              <a:gd name="connsiteY5" fmla="*/ 0 h 1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0000" h="180000">
                <a:moveTo>
                  <a:pt x="0" y="0"/>
                </a:moveTo>
                <a:lnTo>
                  <a:pt x="119999" y="0"/>
                </a:lnTo>
                <a:cubicBezTo>
                  <a:pt x="153137" y="0"/>
                  <a:pt x="180000" y="26863"/>
                  <a:pt x="180000" y="60001"/>
                </a:cubicBezTo>
                <a:lnTo>
                  <a:pt x="180000" y="180000"/>
                </a:lnTo>
                <a:lnTo>
                  <a:pt x="0" y="18000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TW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BCE47AF0-FB16-E00F-6B55-E2E69276E184}"/>
              </a:ext>
            </a:extLst>
          </p:cNvPr>
          <p:cNvSpPr/>
          <p:nvPr/>
        </p:nvSpPr>
        <p:spPr>
          <a:xfrm>
            <a:off x="2320026" y="2150611"/>
            <a:ext cx="360000" cy="360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14" name="Right Arrow 213">
            <a:extLst>
              <a:ext uri="{FF2B5EF4-FFF2-40B4-BE49-F238E27FC236}">
                <a16:creationId xmlns:a16="http://schemas.microsoft.com/office/drawing/2014/main" id="{030401D0-E90D-AAA8-7C1C-C969DE18CA32}"/>
              </a:ext>
            </a:extLst>
          </p:cNvPr>
          <p:cNvSpPr/>
          <p:nvPr/>
        </p:nvSpPr>
        <p:spPr>
          <a:xfrm rot="16200000">
            <a:off x="2480690" y="2103184"/>
            <a:ext cx="151908" cy="246764"/>
          </a:xfrm>
          <a:prstGeom prst="rightArrow">
            <a:avLst>
              <a:gd name="adj1" fmla="val 18250"/>
              <a:gd name="adj2" fmla="val 43408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  <p:sp>
        <p:nvSpPr>
          <p:cNvPr id="211" name="Freeform 210">
            <a:extLst>
              <a:ext uri="{FF2B5EF4-FFF2-40B4-BE49-F238E27FC236}">
                <a16:creationId xmlns:a16="http://schemas.microsoft.com/office/drawing/2014/main" id="{7FB69E4C-76FD-7E30-96D2-BAD3CD1F98D5}"/>
              </a:ext>
            </a:extLst>
          </p:cNvPr>
          <p:cNvSpPr>
            <a:spLocks noChangeAspect="1"/>
          </p:cNvSpPr>
          <p:nvPr/>
        </p:nvSpPr>
        <p:spPr>
          <a:xfrm>
            <a:off x="2320026" y="2247448"/>
            <a:ext cx="360000" cy="263163"/>
          </a:xfrm>
          <a:custGeom>
            <a:avLst/>
            <a:gdLst>
              <a:gd name="connsiteX0" fmla="*/ 575470 w 1800000"/>
              <a:gd name="connsiteY0" fmla="*/ 0 h 1315813"/>
              <a:gd name="connsiteX1" fmla="*/ 777600 w 1800000"/>
              <a:gd name="connsiteY1" fmla="*/ 0 h 1315813"/>
              <a:gd name="connsiteX2" fmla="*/ 883716 w 1800000"/>
              <a:gd name="connsiteY2" fmla="*/ 235813 h 1315813"/>
              <a:gd name="connsiteX3" fmla="*/ 1620000 w 1800000"/>
              <a:gd name="connsiteY3" fmla="*/ 235813 h 1315813"/>
              <a:gd name="connsiteX4" fmla="*/ 1800000 w 1800000"/>
              <a:gd name="connsiteY4" fmla="*/ 415813 h 1315813"/>
              <a:gd name="connsiteX5" fmla="*/ 1800000 w 1800000"/>
              <a:gd name="connsiteY5" fmla="*/ 1135813 h 1315813"/>
              <a:gd name="connsiteX6" fmla="*/ 1620000 w 1800000"/>
              <a:gd name="connsiteY6" fmla="*/ 1315813 h 1315813"/>
              <a:gd name="connsiteX7" fmla="*/ 180000 w 1800000"/>
              <a:gd name="connsiteY7" fmla="*/ 1315813 h 1315813"/>
              <a:gd name="connsiteX8" fmla="*/ 0 w 1800000"/>
              <a:gd name="connsiteY8" fmla="*/ 1135813 h 1315813"/>
              <a:gd name="connsiteX9" fmla="*/ 0 w 1800000"/>
              <a:gd name="connsiteY9" fmla="*/ 450149 h 1315813"/>
              <a:gd name="connsiteX10" fmla="*/ 1 w 1800000"/>
              <a:gd name="connsiteY10" fmla="*/ 450149 h 1315813"/>
              <a:gd name="connsiteX11" fmla="*/ 1 w 1800000"/>
              <a:gd name="connsiteY11" fmla="*/ 432001 h 1315813"/>
              <a:gd name="connsiteX12" fmla="*/ 1 w 1800000"/>
              <a:gd name="connsiteY12" fmla="*/ 415814 h 1315813"/>
              <a:gd name="connsiteX13" fmla="*/ 1 w 1800000"/>
              <a:gd name="connsiteY13" fmla="*/ 179990 h 1315813"/>
              <a:gd name="connsiteX14" fmla="*/ 3657 w 1800000"/>
              <a:gd name="connsiteY14" fmla="*/ 143724 h 1315813"/>
              <a:gd name="connsiteX15" fmla="*/ 143724 w 1800000"/>
              <a:gd name="connsiteY15" fmla="*/ 3657 h 1315813"/>
              <a:gd name="connsiteX16" fmla="*/ 179990 w 1800000"/>
              <a:gd name="connsiteY16" fmla="*/ 1 h 1315813"/>
              <a:gd name="connsiteX17" fmla="*/ 575470 w 1800000"/>
              <a:gd name="connsiteY17" fmla="*/ 1 h 131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00000" h="1315813">
                <a:moveTo>
                  <a:pt x="575470" y="0"/>
                </a:moveTo>
                <a:lnTo>
                  <a:pt x="777600" y="0"/>
                </a:lnTo>
                <a:lnTo>
                  <a:pt x="883716" y="235813"/>
                </a:lnTo>
                <a:lnTo>
                  <a:pt x="1620000" y="235813"/>
                </a:lnTo>
                <a:cubicBezTo>
                  <a:pt x="1719411" y="235813"/>
                  <a:pt x="1800000" y="316402"/>
                  <a:pt x="1800000" y="415813"/>
                </a:cubicBezTo>
                <a:lnTo>
                  <a:pt x="1800000" y="1135813"/>
                </a:lnTo>
                <a:cubicBezTo>
                  <a:pt x="1800000" y="1235224"/>
                  <a:pt x="1719411" y="1315813"/>
                  <a:pt x="1620000" y="1315813"/>
                </a:cubicBezTo>
                <a:lnTo>
                  <a:pt x="180000" y="1315813"/>
                </a:lnTo>
                <a:cubicBezTo>
                  <a:pt x="80589" y="1315813"/>
                  <a:pt x="0" y="1235224"/>
                  <a:pt x="0" y="1135813"/>
                </a:cubicBezTo>
                <a:lnTo>
                  <a:pt x="0" y="450149"/>
                </a:lnTo>
                <a:lnTo>
                  <a:pt x="1" y="450149"/>
                </a:lnTo>
                <a:lnTo>
                  <a:pt x="1" y="432001"/>
                </a:lnTo>
                <a:lnTo>
                  <a:pt x="1" y="415814"/>
                </a:lnTo>
                <a:lnTo>
                  <a:pt x="1" y="179990"/>
                </a:lnTo>
                <a:lnTo>
                  <a:pt x="3657" y="143724"/>
                </a:lnTo>
                <a:cubicBezTo>
                  <a:pt x="18044" y="73419"/>
                  <a:pt x="73419" y="18044"/>
                  <a:pt x="143724" y="3657"/>
                </a:cubicBezTo>
                <a:lnTo>
                  <a:pt x="179990" y="1"/>
                </a:lnTo>
                <a:lnTo>
                  <a:pt x="575470" y="1"/>
                </a:lnTo>
                <a:close/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TW"/>
          </a:p>
        </p:txBody>
      </p:sp>
      <p:sp>
        <p:nvSpPr>
          <p:cNvPr id="228" name="Right Arrow 227">
            <a:extLst>
              <a:ext uri="{FF2B5EF4-FFF2-40B4-BE49-F238E27FC236}">
                <a16:creationId xmlns:a16="http://schemas.microsoft.com/office/drawing/2014/main" id="{B98B8984-2DAD-09D3-16D5-5812DF926B9A}"/>
              </a:ext>
            </a:extLst>
          </p:cNvPr>
          <p:cNvSpPr/>
          <p:nvPr/>
        </p:nvSpPr>
        <p:spPr>
          <a:xfrm rot="5400000">
            <a:off x="2424072" y="3008380"/>
            <a:ext cx="151908" cy="246764"/>
          </a:xfrm>
          <a:prstGeom prst="rightArrow">
            <a:avLst>
              <a:gd name="adj1" fmla="val 18250"/>
              <a:gd name="adj2" fmla="val 43408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  <p:sp>
        <p:nvSpPr>
          <p:cNvPr id="229" name="Freeform 228">
            <a:extLst>
              <a:ext uri="{FF2B5EF4-FFF2-40B4-BE49-F238E27FC236}">
                <a16:creationId xmlns:a16="http://schemas.microsoft.com/office/drawing/2014/main" id="{B93EF8A6-EEB6-A631-45FC-68DFD8E11ED0}"/>
              </a:ext>
            </a:extLst>
          </p:cNvPr>
          <p:cNvSpPr>
            <a:spLocks noChangeAspect="1"/>
          </p:cNvSpPr>
          <p:nvPr/>
        </p:nvSpPr>
        <p:spPr>
          <a:xfrm>
            <a:off x="2320026" y="2979707"/>
            <a:ext cx="360000" cy="263163"/>
          </a:xfrm>
          <a:custGeom>
            <a:avLst/>
            <a:gdLst>
              <a:gd name="connsiteX0" fmla="*/ 575470 w 1800000"/>
              <a:gd name="connsiteY0" fmla="*/ 0 h 1315813"/>
              <a:gd name="connsiteX1" fmla="*/ 777600 w 1800000"/>
              <a:gd name="connsiteY1" fmla="*/ 0 h 1315813"/>
              <a:gd name="connsiteX2" fmla="*/ 883716 w 1800000"/>
              <a:gd name="connsiteY2" fmla="*/ 235813 h 1315813"/>
              <a:gd name="connsiteX3" fmla="*/ 1620000 w 1800000"/>
              <a:gd name="connsiteY3" fmla="*/ 235813 h 1315813"/>
              <a:gd name="connsiteX4" fmla="*/ 1800000 w 1800000"/>
              <a:gd name="connsiteY4" fmla="*/ 415813 h 1315813"/>
              <a:gd name="connsiteX5" fmla="*/ 1800000 w 1800000"/>
              <a:gd name="connsiteY5" fmla="*/ 1135813 h 1315813"/>
              <a:gd name="connsiteX6" fmla="*/ 1620000 w 1800000"/>
              <a:gd name="connsiteY6" fmla="*/ 1315813 h 1315813"/>
              <a:gd name="connsiteX7" fmla="*/ 180000 w 1800000"/>
              <a:gd name="connsiteY7" fmla="*/ 1315813 h 1315813"/>
              <a:gd name="connsiteX8" fmla="*/ 0 w 1800000"/>
              <a:gd name="connsiteY8" fmla="*/ 1135813 h 1315813"/>
              <a:gd name="connsiteX9" fmla="*/ 0 w 1800000"/>
              <a:gd name="connsiteY9" fmla="*/ 450149 h 1315813"/>
              <a:gd name="connsiteX10" fmla="*/ 1 w 1800000"/>
              <a:gd name="connsiteY10" fmla="*/ 450149 h 1315813"/>
              <a:gd name="connsiteX11" fmla="*/ 1 w 1800000"/>
              <a:gd name="connsiteY11" fmla="*/ 432001 h 1315813"/>
              <a:gd name="connsiteX12" fmla="*/ 1 w 1800000"/>
              <a:gd name="connsiteY12" fmla="*/ 415814 h 1315813"/>
              <a:gd name="connsiteX13" fmla="*/ 1 w 1800000"/>
              <a:gd name="connsiteY13" fmla="*/ 179990 h 1315813"/>
              <a:gd name="connsiteX14" fmla="*/ 3657 w 1800000"/>
              <a:gd name="connsiteY14" fmla="*/ 143724 h 1315813"/>
              <a:gd name="connsiteX15" fmla="*/ 143724 w 1800000"/>
              <a:gd name="connsiteY15" fmla="*/ 3657 h 1315813"/>
              <a:gd name="connsiteX16" fmla="*/ 179990 w 1800000"/>
              <a:gd name="connsiteY16" fmla="*/ 1 h 1315813"/>
              <a:gd name="connsiteX17" fmla="*/ 575470 w 1800000"/>
              <a:gd name="connsiteY17" fmla="*/ 1 h 131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00000" h="1315813">
                <a:moveTo>
                  <a:pt x="575470" y="0"/>
                </a:moveTo>
                <a:lnTo>
                  <a:pt x="777600" y="0"/>
                </a:lnTo>
                <a:lnTo>
                  <a:pt x="883716" y="235813"/>
                </a:lnTo>
                <a:lnTo>
                  <a:pt x="1620000" y="235813"/>
                </a:lnTo>
                <a:cubicBezTo>
                  <a:pt x="1719411" y="235813"/>
                  <a:pt x="1800000" y="316402"/>
                  <a:pt x="1800000" y="415813"/>
                </a:cubicBezTo>
                <a:lnTo>
                  <a:pt x="1800000" y="1135813"/>
                </a:lnTo>
                <a:cubicBezTo>
                  <a:pt x="1800000" y="1235224"/>
                  <a:pt x="1719411" y="1315813"/>
                  <a:pt x="1620000" y="1315813"/>
                </a:cubicBezTo>
                <a:lnTo>
                  <a:pt x="180000" y="1315813"/>
                </a:lnTo>
                <a:cubicBezTo>
                  <a:pt x="80589" y="1315813"/>
                  <a:pt x="0" y="1235224"/>
                  <a:pt x="0" y="1135813"/>
                </a:cubicBezTo>
                <a:lnTo>
                  <a:pt x="0" y="450149"/>
                </a:lnTo>
                <a:lnTo>
                  <a:pt x="1" y="450149"/>
                </a:lnTo>
                <a:lnTo>
                  <a:pt x="1" y="432001"/>
                </a:lnTo>
                <a:lnTo>
                  <a:pt x="1" y="415814"/>
                </a:lnTo>
                <a:lnTo>
                  <a:pt x="1" y="179990"/>
                </a:lnTo>
                <a:lnTo>
                  <a:pt x="3657" y="143724"/>
                </a:lnTo>
                <a:cubicBezTo>
                  <a:pt x="18044" y="73419"/>
                  <a:pt x="73419" y="18044"/>
                  <a:pt x="143724" y="3657"/>
                </a:cubicBezTo>
                <a:lnTo>
                  <a:pt x="179990" y="1"/>
                </a:lnTo>
                <a:lnTo>
                  <a:pt x="575470" y="1"/>
                </a:lnTo>
                <a:close/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TW"/>
          </a:p>
        </p:txBody>
      </p:sp>
      <p:sp>
        <p:nvSpPr>
          <p:cNvPr id="235" name="Rounded Rectangle 234">
            <a:extLst>
              <a:ext uri="{FF2B5EF4-FFF2-40B4-BE49-F238E27FC236}">
                <a16:creationId xmlns:a16="http://schemas.microsoft.com/office/drawing/2014/main" id="{F3EFE849-4079-6229-857D-A5750C5D1AA0}"/>
              </a:ext>
            </a:extLst>
          </p:cNvPr>
          <p:cNvSpPr/>
          <p:nvPr/>
        </p:nvSpPr>
        <p:spPr>
          <a:xfrm>
            <a:off x="8113452" y="4514975"/>
            <a:ext cx="180000" cy="180000"/>
          </a:xfrm>
          <a:prstGeom prst="round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40" name="Graphic 80" descr="Checkmark">
            <a:extLst>
              <a:ext uri="{FF2B5EF4-FFF2-40B4-BE49-F238E27FC236}">
                <a16:creationId xmlns:a16="http://schemas.microsoft.com/office/drawing/2014/main" id="{4D7C429E-C4B5-FF7E-3270-92A662EEE37D}"/>
              </a:ext>
            </a:extLst>
          </p:cNvPr>
          <p:cNvSpPr>
            <a:spLocks noChangeAspect="1"/>
          </p:cNvSpPr>
          <p:nvPr/>
        </p:nvSpPr>
        <p:spPr>
          <a:xfrm>
            <a:off x="8074470" y="4351885"/>
            <a:ext cx="360000" cy="308232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  <a:gd name="connsiteX0" fmla="*/ 802958 w 802958"/>
              <a:gd name="connsiteY0" fmla="*/ 0 h 618173"/>
              <a:gd name="connsiteX1" fmla="*/ 315278 w 802958"/>
              <a:gd name="connsiteY1" fmla="*/ 461010 h 618173"/>
              <a:gd name="connsiteX2" fmla="*/ 80963 w 802958"/>
              <a:gd name="connsiteY2" fmla="*/ 220980 h 618173"/>
              <a:gd name="connsiteX3" fmla="*/ 0 w 802958"/>
              <a:gd name="connsiteY3" fmla="*/ 298132 h 618173"/>
              <a:gd name="connsiteX4" fmla="*/ 311468 w 802958"/>
              <a:gd name="connsiteY4" fmla="*/ 618173 h 618173"/>
              <a:gd name="connsiteX5" fmla="*/ 393383 w 802958"/>
              <a:gd name="connsiteY5" fmla="*/ 541973 h 618173"/>
              <a:gd name="connsiteX6" fmla="*/ 802958 w 802958"/>
              <a:gd name="connsiteY6" fmla="*/ 0 h 618173"/>
              <a:gd name="connsiteX0" fmla="*/ 721995 w 721995"/>
              <a:gd name="connsiteY0" fmla="*/ 0 h 618173"/>
              <a:gd name="connsiteX1" fmla="*/ 234315 w 721995"/>
              <a:gd name="connsiteY1" fmla="*/ 461010 h 618173"/>
              <a:gd name="connsiteX2" fmla="*/ 0 w 721995"/>
              <a:gd name="connsiteY2" fmla="*/ 220980 h 618173"/>
              <a:gd name="connsiteX3" fmla="*/ 230505 w 721995"/>
              <a:gd name="connsiteY3" fmla="*/ 618173 h 618173"/>
              <a:gd name="connsiteX4" fmla="*/ 312420 w 721995"/>
              <a:gd name="connsiteY4" fmla="*/ 541973 h 618173"/>
              <a:gd name="connsiteX5" fmla="*/ 721995 w 721995"/>
              <a:gd name="connsiteY5" fmla="*/ 0 h 618173"/>
              <a:gd name="connsiteX0" fmla="*/ 721995 w 721995"/>
              <a:gd name="connsiteY0" fmla="*/ 0 h 618173"/>
              <a:gd name="connsiteX1" fmla="*/ 234315 w 721995"/>
              <a:gd name="connsiteY1" fmla="*/ 461010 h 618173"/>
              <a:gd name="connsiteX2" fmla="*/ 0 w 721995"/>
              <a:gd name="connsiteY2" fmla="*/ 220980 h 618173"/>
              <a:gd name="connsiteX3" fmla="*/ 230505 w 721995"/>
              <a:gd name="connsiteY3" fmla="*/ 618173 h 618173"/>
              <a:gd name="connsiteX4" fmla="*/ 721995 w 721995"/>
              <a:gd name="connsiteY4" fmla="*/ 0 h 618173"/>
              <a:gd name="connsiteX0" fmla="*/ 721995 w 721995"/>
              <a:gd name="connsiteY0" fmla="*/ 0 h 618173"/>
              <a:gd name="connsiteX1" fmla="*/ 236003 w 721995"/>
              <a:gd name="connsiteY1" fmla="*/ 418793 h 618173"/>
              <a:gd name="connsiteX2" fmla="*/ 0 w 721995"/>
              <a:gd name="connsiteY2" fmla="*/ 220980 h 618173"/>
              <a:gd name="connsiteX3" fmla="*/ 230505 w 721995"/>
              <a:gd name="connsiteY3" fmla="*/ 618173 h 618173"/>
              <a:gd name="connsiteX4" fmla="*/ 721995 w 721995"/>
              <a:gd name="connsiteY4" fmla="*/ 0 h 618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995" h="618173">
                <a:moveTo>
                  <a:pt x="721995" y="0"/>
                </a:moveTo>
                <a:lnTo>
                  <a:pt x="236003" y="418793"/>
                </a:lnTo>
                <a:lnTo>
                  <a:pt x="0" y="220980"/>
                </a:lnTo>
                <a:lnTo>
                  <a:pt x="230505" y="618173"/>
                </a:lnTo>
                <a:lnTo>
                  <a:pt x="721995" y="0"/>
                </a:lnTo>
                <a:close/>
              </a:path>
            </a:pathLst>
          </a:custGeom>
          <a:gradFill>
            <a:gsLst>
              <a:gs pos="100000">
                <a:srgbClr val="FFA6A3"/>
              </a:gs>
              <a:gs pos="0">
                <a:srgbClr val="FF7E79"/>
              </a:gs>
              <a:gs pos="40000">
                <a:srgbClr val="FF4C4C"/>
              </a:gs>
            </a:gsLst>
            <a:lin ang="12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TW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5FFE5E-5C5D-9932-C4A7-2063ABD6B4F9}"/>
              </a:ext>
            </a:extLst>
          </p:cNvPr>
          <p:cNvSpPr>
            <a:spLocks noChangeAspect="1"/>
          </p:cNvSpPr>
          <p:nvPr/>
        </p:nvSpPr>
        <p:spPr>
          <a:xfrm rot="5400000">
            <a:off x="9511974" y="2150611"/>
            <a:ext cx="360000" cy="360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F25CD03-21DF-0998-2BF9-2CD3D8D918B6}"/>
              </a:ext>
            </a:extLst>
          </p:cNvPr>
          <p:cNvCxnSpPr>
            <a:cxnSpLocks/>
          </p:cNvCxnSpPr>
          <p:nvPr/>
        </p:nvCxnSpPr>
        <p:spPr>
          <a:xfrm rot="5400000" flipH="1">
            <a:off x="9515447" y="2330611"/>
            <a:ext cx="216000" cy="0"/>
          </a:xfrm>
          <a:prstGeom prst="line">
            <a:avLst/>
          </a:prstGeom>
          <a:ln w="38100" cap="rnd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045C73-1418-6073-7B29-1EEEF65D4982}"/>
              </a:ext>
            </a:extLst>
          </p:cNvPr>
          <p:cNvCxnSpPr>
            <a:cxnSpLocks/>
          </p:cNvCxnSpPr>
          <p:nvPr/>
        </p:nvCxnSpPr>
        <p:spPr>
          <a:xfrm rot="5400000" flipH="1">
            <a:off x="9652501" y="2330611"/>
            <a:ext cx="216000" cy="0"/>
          </a:xfrm>
          <a:prstGeom prst="line">
            <a:avLst/>
          </a:prstGeom>
          <a:ln w="38100" cap="rnd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0BC870E7-6545-0DC0-8005-7B4D44481C66}"/>
              </a:ext>
            </a:extLst>
          </p:cNvPr>
          <p:cNvSpPr/>
          <p:nvPr/>
        </p:nvSpPr>
        <p:spPr>
          <a:xfrm>
            <a:off x="9567756" y="2238259"/>
            <a:ext cx="108000" cy="108000"/>
          </a:xfrm>
          <a:prstGeom prst="ellipse">
            <a:avLst/>
          </a:prstGeom>
          <a:solidFill>
            <a:srgbClr val="03BDFC"/>
          </a:solidFill>
          <a:ln w="12700" cap="rnd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AD93F03-05BF-7209-FDB7-99A67D4BCB08}"/>
              </a:ext>
            </a:extLst>
          </p:cNvPr>
          <p:cNvSpPr/>
          <p:nvPr/>
        </p:nvSpPr>
        <p:spPr>
          <a:xfrm>
            <a:off x="9706501" y="2314964"/>
            <a:ext cx="108000" cy="108000"/>
          </a:xfrm>
          <a:prstGeom prst="ellipse">
            <a:avLst/>
          </a:prstGeom>
          <a:solidFill>
            <a:srgbClr val="0098CC"/>
          </a:solidFill>
          <a:ln w="12700" cap="rnd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A2BAC3-D704-4591-8581-C3865B55AF10}"/>
              </a:ext>
            </a:extLst>
          </p:cNvPr>
          <p:cNvSpPr>
            <a:spLocks noChangeAspect="1"/>
          </p:cNvSpPr>
          <p:nvPr/>
        </p:nvSpPr>
        <p:spPr>
          <a:xfrm rot="5400000">
            <a:off x="9511974" y="2884369"/>
            <a:ext cx="360000" cy="360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A1CBBA18-85B7-837D-B5FD-F28A7B9AB17F}"/>
              </a:ext>
            </a:extLst>
          </p:cNvPr>
          <p:cNvSpPr>
            <a:spLocks noChangeAspect="1"/>
          </p:cNvSpPr>
          <p:nvPr/>
        </p:nvSpPr>
        <p:spPr>
          <a:xfrm>
            <a:off x="9511974" y="2935813"/>
            <a:ext cx="360000" cy="284173"/>
          </a:xfrm>
          <a:custGeom>
            <a:avLst/>
            <a:gdLst>
              <a:gd name="connsiteX0" fmla="*/ 1091539 w 2173991"/>
              <a:gd name="connsiteY0" fmla="*/ 15663 h 1497067"/>
              <a:gd name="connsiteX1" fmla="*/ 1289248 w 2173991"/>
              <a:gd name="connsiteY1" fmla="*/ 203485 h 1497067"/>
              <a:gd name="connsiteX2" fmla="*/ 1452357 w 2173991"/>
              <a:gd name="connsiteY2" fmla="*/ 618672 h 1497067"/>
              <a:gd name="connsiteX3" fmla="*/ 1803289 w 2173991"/>
              <a:gd name="connsiteY3" fmla="*/ 1290880 h 1497067"/>
              <a:gd name="connsiteX4" fmla="*/ 2173991 w 2173991"/>
              <a:gd name="connsiteY4" fmla="*/ 1458932 h 1497067"/>
              <a:gd name="connsiteX5" fmla="*/ 1803289 w 2173991"/>
              <a:gd name="connsiteY5" fmla="*/ 1473760 h 1497067"/>
              <a:gd name="connsiteX6" fmla="*/ 1091539 w 2173991"/>
              <a:gd name="connsiteY6" fmla="*/ 1478703 h 1497067"/>
              <a:gd name="connsiteX7" fmla="*/ 23916 w 2173991"/>
              <a:gd name="connsiteY7" fmla="*/ 1483645 h 1497067"/>
              <a:gd name="connsiteX8" fmla="*/ 379790 w 2173991"/>
              <a:gd name="connsiteY8" fmla="*/ 1285937 h 1497067"/>
              <a:gd name="connsiteX9" fmla="*/ 740608 w 2173991"/>
              <a:gd name="connsiteY9" fmla="*/ 593959 h 1497067"/>
              <a:gd name="connsiteX10" fmla="*/ 1091539 w 2173991"/>
              <a:gd name="connsiteY10" fmla="*/ 15663 h 1497067"/>
              <a:gd name="connsiteX0" fmla="*/ 1111310 w 2173991"/>
              <a:gd name="connsiteY0" fmla="*/ 15067 h 1506357"/>
              <a:gd name="connsiteX1" fmla="*/ 1289248 w 2173991"/>
              <a:gd name="connsiteY1" fmla="*/ 212775 h 1506357"/>
              <a:gd name="connsiteX2" fmla="*/ 1452357 w 2173991"/>
              <a:gd name="connsiteY2" fmla="*/ 627962 h 1506357"/>
              <a:gd name="connsiteX3" fmla="*/ 1803289 w 2173991"/>
              <a:gd name="connsiteY3" fmla="*/ 1300170 h 1506357"/>
              <a:gd name="connsiteX4" fmla="*/ 2173991 w 2173991"/>
              <a:gd name="connsiteY4" fmla="*/ 1468222 h 1506357"/>
              <a:gd name="connsiteX5" fmla="*/ 1803289 w 2173991"/>
              <a:gd name="connsiteY5" fmla="*/ 1483050 h 1506357"/>
              <a:gd name="connsiteX6" fmla="*/ 1091539 w 2173991"/>
              <a:gd name="connsiteY6" fmla="*/ 1487993 h 1506357"/>
              <a:gd name="connsiteX7" fmla="*/ 23916 w 2173991"/>
              <a:gd name="connsiteY7" fmla="*/ 1492935 h 1506357"/>
              <a:gd name="connsiteX8" fmla="*/ 379790 w 2173991"/>
              <a:gd name="connsiteY8" fmla="*/ 1295227 h 1506357"/>
              <a:gd name="connsiteX9" fmla="*/ 740608 w 2173991"/>
              <a:gd name="connsiteY9" fmla="*/ 603249 h 1506357"/>
              <a:gd name="connsiteX10" fmla="*/ 1111310 w 2173991"/>
              <a:gd name="connsiteY10" fmla="*/ 15067 h 1506357"/>
              <a:gd name="connsiteX0" fmla="*/ 1111310 w 2173991"/>
              <a:gd name="connsiteY0" fmla="*/ 6 h 1491296"/>
              <a:gd name="connsiteX1" fmla="*/ 1289248 w 2173991"/>
              <a:gd name="connsiteY1" fmla="*/ 197714 h 1491296"/>
              <a:gd name="connsiteX2" fmla="*/ 1452357 w 2173991"/>
              <a:gd name="connsiteY2" fmla="*/ 612901 h 1491296"/>
              <a:gd name="connsiteX3" fmla="*/ 1803289 w 2173991"/>
              <a:gd name="connsiteY3" fmla="*/ 1285109 h 1491296"/>
              <a:gd name="connsiteX4" fmla="*/ 2173991 w 2173991"/>
              <a:gd name="connsiteY4" fmla="*/ 1453161 h 1491296"/>
              <a:gd name="connsiteX5" fmla="*/ 1803289 w 2173991"/>
              <a:gd name="connsiteY5" fmla="*/ 1467989 h 1491296"/>
              <a:gd name="connsiteX6" fmla="*/ 1091539 w 2173991"/>
              <a:gd name="connsiteY6" fmla="*/ 1472932 h 1491296"/>
              <a:gd name="connsiteX7" fmla="*/ 23916 w 2173991"/>
              <a:gd name="connsiteY7" fmla="*/ 1477874 h 1491296"/>
              <a:gd name="connsiteX8" fmla="*/ 379790 w 2173991"/>
              <a:gd name="connsiteY8" fmla="*/ 1280166 h 1491296"/>
              <a:gd name="connsiteX9" fmla="*/ 740608 w 2173991"/>
              <a:gd name="connsiteY9" fmla="*/ 588188 h 1491296"/>
              <a:gd name="connsiteX10" fmla="*/ 1111310 w 2173991"/>
              <a:gd name="connsiteY10" fmla="*/ 6 h 1491296"/>
              <a:gd name="connsiteX0" fmla="*/ 1111310 w 2173991"/>
              <a:gd name="connsiteY0" fmla="*/ 0 h 1491290"/>
              <a:gd name="connsiteX1" fmla="*/ 1452357 w 2173991"/>
              <a:gd name="connsiteY1" fmla="*/ 612895 h 1491290"/>
              <a:gd name="connsiteX2" fmla="*/ 1803289 w 2173991"/>
              <a:gd name="connsiteY2" fmla="*/ 1285103 h 1491290"/>
              <a:gd name="connsiteX3" fmla="*/ 2173991 w 2173991"/>
              <a:gd name="connsiteY3" fmla="*/ 1453155 h 1491290"/>
              <a:gd name="connsiteX4" fmla="*/ 1803289 w 2173991"/>
              <a:gd name="connsiteY4" fmla="*/ 1467983 h 1491290"/>
              <a:gd name="connsiteX5" fmla="*/ 1091539 w 2173991"/>
              <a:gd name="connsiteY5" fmla="*/ 1472926 h 1491290"/>
              <a:gd name="connsiteX6" fmla="*/ 23916 w 2173991"/>
              <a:gd name="connsiteY6" fmla="*/ 1477868 h 1491290"/>
              <a:gd name="connsiteX7" fmla="*/ 379790 w 2173991"/>
              <a:gd name="connsiteY7" fmla="*/ 1280160 h 1491290"/>
              <a:gd name="connsiteX8" fmla="*/ 740608 w 2173991"/>
              <a:gd name="connsiteY8" fmla="*/ 588182 h 1491290"/>
              <a:gd name="connsiteX9" fmla="*/ 1111310 w 2173991"/>
              <a:gd name="connsiteY9" fmla="*/ 0 h 1491290"/>
              <a:gd name="connsiteX0" fmla="*/ 1111310 w 2173991"/>
              <a:gd name="connsiteY0" fmla="*/ 5 h 1491295"/>
              <a:gd name="connsiteX1" fmla="*/ 1447415 w 2173991"/>
              <a:gd name="connsiteY1" fmla="*/ 578301 h 1491295"/>
              <a:gd name="connsiteX2" fmla="*/ 1803289 w 2173991"/>
              <a:gd name="connsiteY2" fmla="*/ 1285108 h 1491295"/>
              <a:gd name="connsiteX3" fmla="*/ 2173991 w 2173991"/>
              <a:gd name="connsiteY3" fmla="*/ 1453160 h 1491295"/>
              <a:gd name="connsiteX4" fmla="*/ 1803289 w 2173991"/>
              <a:gd name="connsiteY4" fmla="*/ 1467988 h 1491295"/>
              <a:gd name="connsiteX5" fmla="*/ 1091539 w 2173991"/>
              <a:gd name="connsiteY5" fmla="*/ 1472931 h 1491295"/>
              <a:gd name="connsiteX6" fmla="*/ 23916 w 2173991"/>
              <a:gd name="connsiteY6" fmla="*/ 1477873 h 1491295"/>
              <a:gd name="connsiteX7" fmla="*/ 379790 w 2173991"/>
              <a:gd name="connsiteY7" fmla="*/ 1280165 h 1491295"/>
              <a:gd name="connsiteX8" fmla="*/ 740608 w 2173991"/>
              <a:gd name="connsiteY8" fmla="*/ 588187 h 1491295"/>
              <a:gd name="connsiteX9" fmla="*/ 1111310 w 2173991"/>
              <a:gd name="connsiteY9" fmla="*/ 5 h 1491295"/>
              <a:gd name="connsiteX0" fmla="*/ 1111310 w 2173991"/>
              <a:gd name="connsiteY0" fmla="*/ 5 h 1491295"/>
              <a:gd name="connsiteX1" fmla="*/ 1447415 w 2173991"/>
              <a:gd name="connsiteY1" fmla="*/ 578301 h 1491295"/>
              <a:gd name="connsiteX2" fmla="*/ 1803289 w 2173991"/>
              <a:gd name="connsiteY2" fmla="*/ 1285108 h 1491295"/>
              <a:gd name="connsiteX3" fmla="*/ 2173991 w 2173991"/>
              <a:gd name="connsiteY3" fmla="*/ 1453160 h 1491295"/>
              <a:gd name="connsiteX4" fmla="*/ 1803289 w 2173991"/>
              <a:gd name="connsiteY4" fmla="*/ 1467988 h 1491295"/>
              <a:gd name="connsiteX5" fmla="*/ 1091539 w 2173991"/>
              <a:gd name="connsiteY5" fmla="*/ 1472931 h 1491295"/>
              <a:gd name="connsiteX6" fmla="*/ 23916 w 2173991"/>
              <a:gd name="connsiteY6" fmla="*/ 1477873 h 1491295"/>
              <a:gd name="connsiteX7" fmla="*/ 379790 w 2173991"/>
              <a:gd name="connsiteY7" fmla="*/ 1280165 h 1491295"/>
              <a:gd name="connsiteX8" fmla="*/ 740608 w 2173991"/>
              <a:gd name="connsiteY8" fmla="*/ 588187 h 1491295"/>
              <a:gd name="connsiteX9" fmla="*/ 1111310 w 2173991"/>
              <a:gd name="connsiteY9" fmla="*/ 5 h 1491295"/>
              <a:gd name="connsiteX0" fmla="*/ 1111310 w 2173991"/>
              <a:gd name="connsiteY0" fmla="*/ 5 h 1491295"/>
              <a:gd name="connsiteX1" fmla="*/ 1447415 w 2173991"/>
              <a:gd name="connsiteY1" fmla="*/ 578301 h 1491295"/>
              <a:gd name="connsiteX2" fmla="*/ 1803289 w 2173991"/>
              <a:gd name="connsiteY2" fmla="*/ 1285108 h 1491295"/>
              <a:gd name="connsiteX3" fmla="*/ 2173991 w 2173991"/>
              <a:gd name="connsiteY3" fmla="*/ 1453160 h 1491295"/>
              <a:gd name="connsiteX4" fmla="*/ 1803289 w 2173991"/>
              <a:gd name="connsiteY4" fmla="*/ 1467988 h 1491295"/>
              <a:gd name="connsiteX5" fmla="*/ 1091539 w 2173991"/>
              <a:gd name="connsiteY5" fmla="*/ 1472931 h 1491295"/>
              <a:gd name="connsiteX6" fmla="*/ 23916 w 2173991"/>
              <a:gd name="connsiteY6" fmla="*/ 1477873 h 1491295"/>
              <a:gd name="connsiteX7" fmla="*/ 379790 w 2173991"/>
              <a:gd name="connsiteY7" fmla="*/ 1280165 h 1491295"/>
              <a:gd name="connsiteX8" fmla="*/ 740608 w 2173991"/>
              <a:gd name="connsiteY8" fmla="*/ 588187 h 1491295"/>
              <a:gd name="connsiteX9" fmla="*/ 1111310 w 2173991"/>
              <a:gd name="connsiteY9" fmla="*/ 5 h 1491295"/>
              <a:gd name="connsiteX0" fmla="*/ 1101424 w 2173991"/>
              <a:gd name="connsiteY0" fmla="*/ 5 h 1491295"/>
              <a:gd name="connsiteX1" fmla="*/ 1447415 w 2173991"/>
              <a:gd name="connsiteY1" fmla="*/ 578301 h 1491295"/>
              <a:gd name="connsiteX2" fmla="*/ 1803289 w 2173991"/>
              <a:gd name="connsiteY2" fmla="*/ 1285108 h 1491295"/>
              <a:gd name="connsiteX3" fmla="*/ 2173991 w 2173991"/>
              <a:gd name="connsiteY3" fmla="*/ 1453160 h 1491295"/>
              <a:gd name="connsiteX4" fmla="*/ 1803289 w 2173991"/>
              <a:gd name="connsiteY4" fmla="*/ 1467988 h 1491295"/>
              <a:gd name="connsiteX5" fmla="*/ 1091539 w 2173991"/>
              <a:gd name="connsiteY5" fmla="*/ 1472931 h 1491295"/>
              <a:gd name="connsiteX6" fmla="*/ 23916 w 2173991"/>
              <a:gd name="connsiteY6" fmla="*/ 1477873 h 1491295"/>
              <a:gd name="connsiteX7" fmla="*/ 379790 w 2173991"/>
              <a:gd name="connsiteY7" fmla="*/ 1280165 h 1491295"/>
              <a:gd name="connsiteX8" fmla="*/ 740608 w 2173991"/>
              <a:gd name="connsiteY8" fmla="*/ 588187 h 1491295"/>
              <a:gd name="connsiteX9" fmla="*/ 1101424 w 2173991"/>
              <a:gd name="connsiteY9" fmla="*/ 5 h 1491295"/>
              <a:gd name="connsiteX0" fmla="*/ 1101424 w 2173991"/>
              <a:gd name="connsiteY0" fmla="*/ 5 h 1491295"/>
              <a:gd name="connsiteX1" fmla="*/ 1447415 w 2173991"/>
              <a:gd name="connsiteY1" fmla="*/ 578301 h 1491295"/>
              <a:gd name="connsiteX2" fmla="*/ 1803289 w 2173991"/>
              <a:gd name="connsiteY2" fmla="*/ 1285108 h 1491295"/>
              <a:gd name="connsiteX3" fmla="*/ 2173991 w 2173991"/>
              <a:gd name="connsiteY3" fmla="*/ 1453160 h 1491295"/>
              <a:gd name="connsiteX4" fmla="*/ 1803289 w 2173991"/>
              <a:gd name="connsiteY4" fmla="*/ 1467988 h 1491295"/>
              <a:gd name="connsiteX5" fmla="*/ 1091539 w 2173991"/>
              <a:gd name="connsiteY5" fmla="*/ 1472931 h 1491295"/>
              <a:gd name="connsiteX6" fmla="*/ 23916 w 2173991"/>
              <a:gd name="connsiteY6" fmla="*/ 1477873 h 1491295"/>
              <a:gd name="connsiteX7" fmla="*/ 379790 w 2173991"/>
              <a:gd name="connsiteY7" fmla="*/ 1280165 h 1491295"/>
              <a:gd name="connsiteX8" fmla="*/ 740608 w 2173991"/>
              <a:gd name="connsiteY8" fmla="*/ 588187 h 1491295"/>
              <a:gd name="connsiteX9" fmla="*/ 1101424 w 2173991"/>
              <a:gd name="connsiteY9" fmla="*/ 5 h 1491295"/>
              <a:gd name="connsiteX0" fmla="*/ 1101424 w 2173991"/>
              <a:gd name="connsiteY0" fmla="*/ 5 h 1491295"/>
              <a:gd name="connsiteX1" fmla="*/ 1447415 w 2173991"/>
              <a:gd name="connsiteY1" fmla="*/ 578301 h 1491295"/>
              <a:gd name="connsiteX2" fmla="*/ 1803289 w 2173991"/>
              <a:gd name="connsiteY2" fmla="*/ 1285108 h 1491295"/>
              <a:gd name="connsiteX3" fmla="*/ 2173991 w 2173991"/>
              <a:gd name="connsiteY3" fmla="*/ 1453160 h 1491295"/>
              <a:gd name="connsiteX4" fmla="*/ 1803289 w 2173991"/>
              <a:gd name="connsiteY4" fmla="*/ 1467988 h 1491295"/>
              <a:gd name="connsiteX5" fmla="*/ 1091539 w 2173991"/>
              <a:gd name="connsiteY5" fmla="*/ 1472931 h 1491295"/>
              <a:gd name="connsiteX6" fmla="*/ 23916 w 2173991"/>
              <a:gd name="connsiteY6" fmla="*/ 1477873 h 1491295"/>
              <a:gd name="connsiteX7" fmla="*/ 379790 w 2173991"/>
              <a:gd name="connsiteY7" fmla="*/ 1280165 h 1491295"/>
              <a:gd name="connsiteX8" fmla="*/ 740608 w 2173991"/>
              <a:gd name="connsiteY8" fmla="*/ 588187 h 1491295"/>
              <a:gd name="connsiteX9" fmla="*/ 1101424 w 2173991"/>
              <a:gd name="connsiteY9" fmla="*/ 5 h 1491295"/>
              <a:gd name="connsiteX0" fmla="*/ 1101424 w 2173991"/>
              <a:gd name="connsiteY0" fmla="*/ 5 h 1491295"/>
              <a:gd name="connsiteX1" fmla="*/ 1447415 w 2173991"/>
              <a:gd name="connsiteY1" fmla="*/ 578301 h 1491295"/>
              <a:gd name="connsiteX2" fmla="*/ 1803289 w 2173991"/>
              <a:gd name="connsiteY2" fmla="*/ 1285108 h 1491295"/>
              <a:gd name="connsiteX3" fmla="*/ 2173991 w 2173991"/>
              <a:gd name="connsiteY3" fmla="*/ 1453160 h 1491295"/>
              <a:gd name="connsiteX4" fmla="*/ 1803289 w 2173991"/>
              <a:gd name="connsiteY4" fmla="*/ 1467988 h 1491295"/>
              <a:gd name="connsiteX5" fmla="*/ 1091539 w 2173991"/>
              <a:gd name="connsiteY5" fmla="*/ 1472931 h 1491295"/>
              <a:gd name="connsiteX6" fmla="*/ 23916 w 2173991"/>
              <a:gd name="connsiteY6" fmla="*/ 1477873 h 1491295"/>
              <a:gd name="connsiteX7" fmla="*/ 379790 w 2173991"/>
              <a:gd name="connsiteY7" fmla="*/ 1280165 h 1491295"/>
              <a:gd name="connsiteX8" fmla="*/ 740608 w 2173991"/>
              <a:gd name="connsiteY8" fmla="*/ 588187 h 1491295"/>
              <a:gd name="connsiteX9" fmla="*/ 1101424 w 2173991"/>
              <a:gd name="connsiteY9" fmla="*/ 5 h 1491295"/>
              <a:gd name="connsiteX0" fmla="*/ 1077508 w 2150075"/>
              <a:gd name="connsiteY0" fmla="*/ 5 h 1491295"/>
              <a:gd name="connsiteX1" fmla="*/ 1423499 w 2150075"/>
              <a:gd name="connsiteY1" fmla="*/ 578301 h 1491295"/>
              <a:gd name="connsiteX2" fmla="*/ 1779373 w 2150075"/>
              <a:gd name="connsiteY2" fmla="*/ 1285108 h 1491295"/>
              <a:gd name="connsiteX3" fmla="*/ 2150075 w 2150075"/>
              <a:gd name="connsiteY3" fmla="*/ 1453160 h 1491295"/>
              <a:gd name="connsiteX4" fmla="*/ 1779373 w 2150075"/>
              <a:gd name="connsiteY4" fmla="*/ 1467988 h 1491295"/>
              <a:gd name="connsiteX5" fmla="*/ 1067623 w 2150075"/>
              <a:gd name="connsiteY5" fmla="*/ 1472931 h 1491295"/>
              <a:gd name="connsiteX6" fmla="*/ 0 w 2150075"/>
              <a:gd name="connsiteY6" fmla="*/ 1477873 h 1491295"/>
              <a:gd name="connsiteX7" fmla="*/ 355874 w 2150075"/>
              <a:gd name="connsiteY7" fmla="*/ 1280165 h 1491295"/>
              <a:gd name="connsiteX8" fmla="*/ 716692 w 2150075"/>
              <a:gd name="connsiteY8" fmla="*/ 588187 h 1491295"/>
              <a:gd name="connsiteX9" fmla="*/ 1077508 w 2150075"/>
              <a:gd name="connsiteY9" fmla="*/ 5 h 1491295"/>
              <a:gd name="connsiteX0" fmla="*/ 1077508 w 2150075"/>
              <a:gd name="connsiteY0" fmla="*/ 5 h 1477873"/>
              <a:gd name="connsiteX1" fmla="*/ 1423499 w 2150075"/>
              <a:gd name="connsiteY1" fmla="*/ 578301 h 1477873"/>
              <a:gd name="connsiteX2" fmla="*/ 1779373 w 2150075"/>
              <a:gd name="connsiteY2" fmla="*/ 1285108 h 1477873"/>
              <a:gd name="connsiteX3" fmla="*/ 2150075 w 2150075"/>
              <a:gd name="connsiteY3" fmla="*/ 1453160 h 1477873"/>
              <a:gd name="connsiteX4" fmla="*/ 1779373 w 2150075"/>
              <a:gd name="connsiteY4" fmla="*/ 1467988 h 1477873"/>
              <a:gd name="connsiteX5" fmla="*/ 1067623 w 2150075"/>
              <a:gd name="connsiteY5" fmla="*/ 1472931 h 1477873"/>
              <a:gd name="connsiteX6" fmla="*/ 0 w 2150075"/>
              <a:gd name="connsiteY6" fmla="*/ 1477873 h 1477873"/>
              <a:gd name="connsiteX7" fmla="*/ 355874 w 2150075"/>
              <a:gd name="connsiteY7" fmla="*/ 1280165 h 1477873"/>
              <a:gd name="connsiteX8" fmla="*/ 716692 w 2150075"/>
              <a:gd name="connsiteY8" fmla="*/ 588187 h 1477873"/>
              <a:gd name="connsiteX9" fmla="*/ 1077508 w 2150075"/>
              <a:gd name="connsiteY9" fmla="*/ 5 h 1477873"/>
              <a:gd name="connsiteX0" fmla="*/ 1087394 w 2159961"/>
              <a:gd name="connsiteY0" fmla="*/ 5 h 1477873"/>
              <a:gd name="connsiteX1" fmla="*/ 1433385 w 2159961"/>
              <a:gd name="connsiteY1" fmla="*/ 578301 h 1477873"/>
              <a:gd name="connsiteX2" fmla="*/ 1789259 w 2159961"/>
              <a:gd name="connsiteY2" fmla="*/ 1285108 h 1477873"/>
              <a:gd name="connsiteX3" fmla="*/ 2159961 w 2159961"/>
              <a:gd name="connsiteY3" fmla="*/ 1453160 h 1477873"/>
              <a:gd name="connsiteX4" fmla="*/ 1789259 w 2159961"/>
              <a:gd name="connsiteY4" fmla="*/ 1467988 h 1477873"/>
              <a:gd name="connsiteX5" fmla="*/ 1077509 w 2159961"/>
              <a:gd name="connsiteY5" fmla="*/ 1472931 h 1477873"/>
              <a:gd name="connsiteX6" fmla="*/ 0 w 2159961"/>
              <a:gd name="connsiteY6" fmla="*/ 1477873 h 1477873"/>
              <a:gd name="connsiteX7" fmla="*/ 365760 w 2159961"/>
              <a:gd name="connsiteY7" fmla="*/ 1280165 h 1477873"/>
              <a:gd name="connsiteX8" fmla="*/ 726578 w 2159961"/>
              <a:gd name="connsiteY8" fmla="*/ 588187 h 1477873"/>
              <a:gd name="connsiteX9" fmla="*/ 1087394 w 2159961"/>
              <a:gd name="connsiteY9" fmla="*/ 5 h 1477873"/>
              <a:gd name="connsiteX0" fmla="*/ 1087394 w 2159961"/>
              <a:gd name="connsiteY0" fmla="*/ 5 h 1477873"/>
              <a:gd name="connsiteX1" fmla="*/ 1433385 w 2159961"/>
              <a:gd name="connsiteY1" fmla="*/ 578301 h 1477873"/>
              <a:gd name="connsiteX2" fmla="*/ 1789259 w 2159961"/>
              <a:gd name="connsiteY2" fmla="*/ 1285108 h 1477873"/>
              <a:gd name="connsiteX3" fmla="*/ 2159961 w 2159961"/>
              <a:gd name="connsiteY3" fmla="*/ 1453160 h 1477873"/>
              <a:gd name="connsiteX4" fmla="*/ 1789259 w 2159961"/>
              <a:gd name="connsiteY4" fmla="*/ 1467988 h 1477873"/>
              <a:gd name="connsiteX5" fmla="*/ 1077509 w 2159961"/>
              <a:gd name="connsiteY5" fmla="*/ 1472931 h 1477873"/>
              <a:gd name="connsiteX6" fmla="*/ 0 w 2159961"/>
              <a:gd name="connsiteY6" fmla="*/ 1477873 h 1477873"/>
              <a:gd name="connsiteX7" fmla="*/ 365760 w 2159961"/>
              <a:gd name="connsiteY7" fmla="*/ 1280165 h 1477873"/>
              <a:gd name="connsiteX8" fmla="*/ 726578 w 2159961"/>
              <a:gd name="connsiteY8" fmla="*/ 588187 h 1477873"/>
              <a:gd name="connsiteX9" fmla="*/ 1087394 w 2159961"/>
              <a:gd name="connsiteY9" fmla="*/ 5 h 1477873"/>
              <a:gd name="connsiteX0" fmla="*/ 1087394 w 2159961"/>
              <a:gd name="connsiteY0" fmla="*/ 5 h 1477873"/>
              <a:gd name="connsiteX1" fmla="*/ 1433385 w 2159961"/>
              <a:gd name="connsiteY1" fmla="*/ 578301 h 1477873"/>
              <a:gd name="connsiteX2" fmla="*/ 1789259 w 2159961"/>
              <a:gd name="connsiteY2" fmla="*/ 1285108 h 1477873"/>
              <a:gd name="connsiteX3" fmla="*/ 2159961 w 2159961"/>
              <a:gd name="connsiteY3" fmla="*/ 1453160 h 1477873"/>
              <a:gd name="connsiteX4" fmla="*/ 1789259 w 2159961"/>
              <a:gd name="connsiteY4" fmla="*/ 1467988 h 1477873"/>
              <a:gd name="connsiteX5" fmla="*/ 1077509 w 2159961"/>
              <a:gd name="connsiteY5" fmla="*/ 1472931 h 1477873"/>
              <a:gd name="connsiteX6" fmla="*/ 0 w 2159961"/>
              <a:gd name="connsiteY6" fmla="*/ 1477873 h 1477873"/>
              <a:gd name="connsiteX7" fmla="*/ 365760 w 2159961"/>
              <a:gd name="connsiteY7" fmla="*/ 1280165 h 1477873"/>
              <a:gd name="connsiteX8" fmla="*/ 726578 w 2159961"/>
              <a:gd name="connsiteY8" fmla="*/ 588187 h 1477873"/>
              <a:gd name="connsiteX9" fmla="*/ 1087394 w 2159961"/>
              <a:gd name="connsiteY9" fmla="*/ 5 h 1477873"/>
              <a:gd name="connsiteX0" fmla="*/ 1087394 w 2159961"/>
              <a:gd name="connsiteY0" fmla="*/ 5 h 1477873"/>
              <a:gd name="connsiteX1" fmla="*/ 1433385 w 2159961"/>
              <a:gd name="connsiteY1" fmla="*/ 578301 h 1477873"/>
              <a:gd name="connsiteX2" fmla="*/ 1789259 w 2159961"/>
              <a:gd name="connsiteY2" fmla="*/ 1285108 h 1477873"/>
              <a:gd name="connsiteX3" fmla="*/ 2159961 w 2159961"/>
              <a:gd name="connsiteY3" fmla="*/ 1453160 h 1477873"/>
              <a:gd name="connsiteX4" fmla="*/ 1789259 w 2159961"/>
              <a:gd name="connsiteY4" fmla="*/ 1467988 h 1477873"/>
              <a:gd name="connsiteX5" fmla="*/ 1077509 w 2159961"/>
              <a:gd name="connsiteY5" fmla="*/ 1472931 h 1477873"/>
              <a:gd name="connsiteX6" fmla="*/ 0 w 2159961"/>
              <a:gd name="connsiteY6" fmla="*/ 1477873 h 1477873"/>
              <a:gd name="connsiteX7" fmla="*/ 365760 w 2159961"/>
              <a:gd name="connsiteY7" fmla="*/ 1280165 h 1477873"/>
              <a:gd name="connsiteX8" fmla="*/ 726578 w 2159961"/>
              <a:gd name="connsiteY8" fmla="*/ 588187 h 1477873"/>
              <a:gd name="connsiteX9" fmla="*/ 1087394 w 2159961"/>
              <a:gd name="connsiteY9" fmla="*/ 5 h 1477873"/>
              <a:gd name="connsiteX0" fmla="*/ 1087394 w 2169847"/>
              <a:gd name="connsiteY0" fmla="*/ 5 h 1477873"/>
              <a:gd name="connsiteX1" fmla="*/ 1433385 w 2169847"/>
              <a:gd name="connsiteY1" fmla="*/ 578301 h 1477873"/>
              <a:gd name="connsiteX2" fmla="*/ 1789259 w 2169847"/>
              <a:gd name="connsiteY2" fmla="*/ 1285108 h 1477873"/>
              <a:gd name="connsiteX3" fmla="*/ 2169847 w 2169847"/>
              <a:gd name="connsiteY3" fmla="*/ 1463045 h 1477873"/>
              <a:gd name="connsiteX4" fmla="*/ 1789259 w 2169847"/>
              <a:gd name="connsiteY4" fmla="*/ 1467988 h 1477873"/>
              <a:gd name="connsiteX5" fmla="*/ 1077509 w 2169847"/>
              <a:gd name="connsiteY5" fmla="*/ 1472931 h 1477873"/>
              <a:gd name="connsiteX6" fmla="*/ 0 w 2169847"/>
              <a:gd name="connsiteY6" fmla="*/ 1477873 h 1477873"/>
              <a:gd name="connsiteX7" fmla="*/ 365760 w 2169847"/>
              <a:gd name="connsiteY7" fmla="*/ 1280165 h 1477873"/>
              <a:gd name="connsiteX8" fmla="*/ 726578 w 2169847"/>
              <a:gd name="connsiteY8" fmla="*/ 588187 h 1477873"/>
              <a:gd name="connsiteX9" fmla="*/ 1087394 w 2169847"/>
              <a:gd name="connsiteY9" fmla="*/ 5 h 1477873"/>
              <a:gd name="connsiteX0" fmla="*/ 1087394 w 2169847"/>
              <a:gd name="connsiteY0" fmla="*/ 5 h 1477873"/>
              <a:gd name="connsiteX1" fmla="*/ 1433385 w 2169847"/>
              <a:gd name="connsiteY1" fmla="*/ 578301 h 1477873"/>
              <a:gd name="connsiteX2" fmla="*/ 1789259 w 2169847"/>
              <a:gd name="connsiteY2" fmla="*/ 1285108 h 1477873"/>
              <a:gd name="connsiteX3" fmla="*/ 2169847 w 2169847"/>
              <a:gd name="connsiteY3" fmla="*/ 1463045 h 1477873"/>
              <a:gd name="connsiteX4" fmla="*/ 1789259 w 2169847"/>
              <a:gd name="connsiteY4" fmla="*/ 1467988 h 1477873"/>
              <a:gd name="connsiteX5" fmla="*/ 1077509 w 2169847"/>
              <a:gd name="connsiteY5" fmla="*/ 1472931 h 1477873"/>
              <a:gd name="connsiteX6" fmla="*/ 0 w 2169847"/>
              <a:gd name="connsiteY6" fmla="*/ 1477873 h 1477873"/>
              <a:gd name="connsiteX7" fmla="*/ 365760 w 2169847"/>
              <a:gd name="connsiteY7" fmla="*/ 1280165 h 1477873"/>
              <a:gd name="connsiteX8" fmla="*/ 726578 w 2169847"/>
              <a:gd name="connsiteY8" fmla="*/ 588187 h 1477873"/>
              <a:gd name="connsiteX9" fmla="*/ 1087394 w 2169847"/>
              <a:gd name="connsiteY9" fmla="*/ 5 h 1477873"/>
              <a:gd name="connsiteX0" fmla="*/ 1087394 w 2169847"/>
              <a:gd name="connsiteY0" fmla="*/ 5 h 1477873"/>
              <a:gd name="connsiteX1" fmla="*/ 1433385 w 2169847"/>
              <a:gd name="connsiteY1" fmla="*/ 578301 h 1477873"/>
              <a:gd name="connsiteX2" fmla="*/ 1789259 w 2169847"/>
              <a:gd name="connsiteY2" fmla="*/ 1285108 h 1477873"/>
              <a:gd name="connsiteX3" fmla="*/ 2169847 w 2169847"/>
              <a:gd name="connsiteY3" fmla="*/ 1463045 h 1477873"/>
              <a:gd name="connsiteX4" fmla="*/ 1789259 w 2169847"/>
              <a:gd name="connsiteY4" fmla="*/ 1467988 h 1477873"/>
              <a:gd name="connsiteX5" fmla="*/ 1077509 w 2169847"/>
              <a:gd name="connsiteY5" fmla="*/ 1472931 h 1477873"/>
              <a:gd name="connsiteX6" fmla="*/ 0 w 2169847"/>
              <a:gd name="connsiteY6" fmla="*/ 1477873 h 1477873"/>
              <a:gd name="connsiteX7" fmla="*/ 365760 w 2169847"/>
              <a:gd name="connsiteY7" fmla="*/ 1280165 h 1477873"/>
              <a:gd name="connsiteX8" fmla="*/ 726578 w 2169847"/>
              <a:gd name="connsiteY8" fmla="*/ 588187 h 1477873"/>
              <a:gd name="connsiteX9" fmla="*/ 1087394 w 2169847"/>
              <a:gd name="connsiteY9" fmla="*/ 5 h 1477873"/>
              <a:gd name="connsiteX0" fmla="*/ 1087394 w 2169847"/>
              <a:gd name="connsiteY0" fmla="*/ 5 h 1477873"/>
              <a:gd name="connsiteX1" fmla="*/ 1433385 w 2169847"/>
              <a:gd name="connsiteY1" fmla="*/ 578301 h 1477873"/>
              <a:gd name="connsiteX2" fmla="*/ 1789259 w 2169847"/>
              <a:gd name="connsiteY2" fmla="*/ 1285108 h 1477873"/>
              <a:gd name="connsiteX3" fmla="*/ 2169847 w 2169847"/>
              <a:gd name="connsiteY3" fmla="*/ 1463045 h 1477873"/>
              <a:gd name="connsiteX4" fmla="*/ 1789259 w 2169847"/>
              <a:gd name="connsiteY4" fmla="*/ 1467988 h 1477873"/>
              <a:gd name="connsiteX5" fmla="*/ 1077509 w 2169847"/>
              <a:gd name="connsiteY5" fmla="*/ 1472931 h 1477873"/>
              <a:gd name="connsiteX6" fmla="*/ 0 w 2169847"/>
              <a:gd name="connsiteY6" fmla="*/ 1477873 h 1477873"/>
              <a:gd name="connsiteX7" fmla="*/ 365760 w 2169847"/>
              <a:gd name="connsiteY7" fmla="*/ 1280165 h 1477873"/>
              <a:gd name="connsiteX8" fmla="*/ 726578 w 2169847"/>
              <a:gd name="connsiteY8" fmla="*/ 588187 h 1477873"/>
              <a:gd name="connsiteX9" fmla="*/ 1087394 w 2169847"/>
              <a:gd name="connsiteY9" fmla="*/ 5 h 1477873"/>
              <a:gd name="connsiteX0" fmla="*/ 1077508 w 2159961"/>
              <a:gd name="connsiteY0" fmla="*/ 5 h 1472931"/>
              <a:gd name="connsiteX1" fmla="*/ 1423499 w 2159961"/>
              <a:gd name="connsiteY1" fmla="*/ 578301 h 1472931"/>
              <a:gd name="connsiteX2" fmla="*/ 1779373 w 2159961"/>
              <a:gd name="connsiteY2" fmla="*/ 1285108 h 1472931"/>
              <a:gd name="connsiteX3" fmla="*/ 2159961 w 2159961"/>
              <a:gd name="connsiteY3" fmla="*/ 1463045 h 1472931"/>
              <a:gd name="connsiteX4" fmla="*/ 1779373 w 2159961"/>
              <a:gd name="connsiteY4" fmla="*/ 1467988 h 1472931"/>
              <a:gd name="connsiteX5" fmla="*/ 1067623 w 2159961"/>
              <a:gd name="connsiteY5" fmla="*/ 1472931 h 1472931"/>
              <a:gd name="connsiteX6" fmla="*/ 0 w 2159961"/>
              <a:gd name="connsiteY6" fmla="*/ 1467987 h 1472931"/>
              <a:gd name="connsiteX7" fmla="*/ 355874 w 2159961"/>
              <a:gd name="connsiteY7" fmla="*/ 1280165 h 1472931"/>
              <a:gd name="connsiteX8" fmla="*/ 716692 w 2159961"/>
              <a:gd name="connsiteY8" fmla="*/ 588187 h 1472931"/>
              <a:gd name="connsiteX9" fmla="*/ 1077508 w 2159961"/>
              <a:gd name="connsiteY9" fmla="*/ 5 h 1472931"/>
              <a:gd name="connsiteX0" fmla="*/ 1077508 w 2164904"/>
              <a:gd name="connsiteY0" fmla="*/ 5 h 1479488"/>
              <a:gd name="connsiteX1" fmla="*/ 1423499 w 2164904"/>
              <a:gd name="connsiteY1" fmla="*/ 578301 h 1479488"/>
              <a:gd name="connsiteX2" fmla="*/ 1779373 w 2164904"/>
              <a:gd name="connsiteY2" fmla="*/ 1285108 h 1479488"/>
              <a:gd name="connsiteX3" fmla="*/ 2164904 w 2164904"/>
              <a:gd name="connsiteY3" fmla="*/ 1477873 h 1479488"/>
              <a:gd name="connsiteX4" fmla="*/ 1779373 w 2164904"/>
              <a:gd name="connsiteY4" fmla="*/ 1467988 h 1479488"/>
              <a:gd name="connsiteX5" fmla="*/ 1067623 w 2164904"/>
              <a:gd name="connsiteY5" fmla="*/ 1472931 h 1479488"/>
              <a:gd name="connsiteX6" fmla="*/ 0 w 2164904"/>
              <a:gd name="connsiteY6" fmla="*/ 1467987 h 1479488"/>
              <a:gd name="connsiteX7" fmla="*/ 355874 w 2164904"/>
              <a:gd name="connsiteY7" fmla="*/ 1280165 h 1479488"/>
              <a:gd name="connsiteX8" fmla="*/ 716692 w 2164904"/>
              <a:gd name="connsiteY8" fmla="*/ 588187 h 1479488"/>
              <a:gd name="connsiteX9" fmla="*/ 1077508 w 2164904"/>
              <a:gd name="connsiteY9" fmla="*/ 5 h 1479488"/>
              <a:gd name="connsiteX0" fmla="*/ 1077508 w 2164904"/>
              <a:gd name="connsiteY0" fmla="*/ 5 h 1477873"/>
              <a:gd name="connsiteX1" fmla="*/ 1423499 w 2164904"/>
              <a:gd name="connsiteY1" fmla="*/ 578301 h 1477873"/>
              <a:gd name="connsiteX2" fmla="*/ 1779373 w 2164904"/>
              <a:gd name="connsiteY2" fmla="*/ 1285108 h 1477873"/>
              <a:gd name="connsiteX3" fmla="*/ 2164904 w 2164904"/>
              <a:gd name="connsiteY3" fmla="*/ 1477873 h 1477873"/>
              <a:gd name="connsiteX4" fmla="*/ 1779373 w 2164904"/>
              <a:gd name="connsiteY4" fmla="*/ 1467988 h 1477873"/>
              <a:gd name="connsiteX5" fmla="*/ 1067623 w 2164904"/>
              <a:gd name="connsiteY5" fmla="*/ 1472931 h 1477873"/>
              <a:gd name="connsiteX6" fmla="*/ 0 w 2164904"/>
              <a:gd name="connsiteY6" fmla="*/ 1467987 h 1477873"/>
              <a:gd name="connsiteX7" fmla="*/ 355874 w 2164904"/>
              <a:gd name="connsiteY7" fmla="*/ 1280165 h 1477873"/>
              <a:gd name="connsiteX8" fmla="*/ 716692 w 2164904"/>
              <a:gd name="connsiteY8" fmla="*/ 588187 h 1477873"/>
              <a:gd name="connsiteX9" fmla="*/ 1077508 w 2164904"/>
              <a:gd name="connsiteY9" fmla="*/ 5 h 1477873"/>
              <a:gd name="connsiteX0" fmla="*/ 1077508 w 2164904"/>
              <a:gd name="connsiteY0" fmla="*/ 5 h 1472931"/>
              <a:gd name="connsiteX1" fmla="*/ 1423499 w 2164904"/>
              <a:gd name="connsiteY1" fmla="*/ 578301 h 1472931"/>
              <a:gd name="connsiteX2" fmla="*/ 1779373 w 2164904"/>
              <a:gd name="connsiteY2" fmla="*/ 1285108 h 1472931"/>
              <a:gd name="connsiteX3" fmla="*/ 2164904 w 2164904"/>
              <a:gd name="connsiteY3" fmla="*/ 1463045 h 1472931"/>
              <a:gd name="connsiteX4" fmla="*/ 1779373 w 2164904"/>
              <a:gd name="connsiteY4" fmla="*/ 1467988 h 1472931"/>
              <a:gd name="connsiteX5" fmla="*/ 1067623 w 2164904"/>
              <a:gd name="connsiteY5" fmla="*/ 1472931 h 1472931"/>
              <a:gd name="connsiteX6" fmla="*/ 0 w 2164904"/>
              <a:gd name="connsiteY6" fmla="*/ 1467987 h 1472931"/>
              <a:gd name="connsiteX7" fmla="*/ 355874 w 2164904"/>
              <a:gd name="connsiteY7" fmla="*/ 1280165 h 1472931"/>
              <a:gd name="connsiteX8" fmla="*/ 716692 w 2164904"/>
              <a:gd name="connsiteY8" fmla="*/ 588187 h 1472931"/>
              <a:gd name="connsiteX9" fmla="*/ 1077508 w 2164904"/>
              <a:gd name="connsiteY9" fmla="*/ 5 h 1472931"/>
              <a:gd name="connsiteX0" fmla="*/ 1077508 w 2164904"/>
              <a:gd name="connsiteY0" fmla="*/ 5 h 1472931"/>
              <a:gd name="connsiteX1" fmla="*/ 1423499 w 2164904"/>
              <a:gd name="connsiteY1" fmla="*/ 578301 h 1472931"/>
              <a:gd name="connsiteX2" fmla="*/ 1779373 w 2164904"/>
              <a:gd name="connsiteY2" fmla="*/ 1285108 h 1472931"/>
              <a:gd name="connsiteX3" fmla="*/ 2164904 w 2164904"/>
              <a:gd name="connsiteY3" fmla="*/ 1463045 h 1472931"/>
              <a:gd name="connsiteX4" fmla="*/ 1779373 w 2164904"/>
              <a:gd name="connsiteY4" fmla="*/ 1467988 h 1472931"/>
              <a:gd name="connsiteX5" fmla="*/ 1067623 w 2164904"/>
              <a:gd name="connsiteY5" fmla="*/ 1472931 h 1472931"/>
              <a:gd name="connsiteX6" fmla="*/ 0 w 2164904"/>
              <a:gd name="connsiteY6" fmla="*/ 1467987 h 1472931"/>
              <a:gd name="connsiteX7" fmla="*/ 355874 w 2164904"/>
              <a:gd name="connsiteY7" fmla="*/ 1280165 h 1472931"/>
              <a:gd name="connsiteX8" fmla="*/ 716692 w 2164904"/>
              <a:gd name="connsiteY8" fmla="*/ 588187 h 1472931"/>
              <a:gd name="connsiteX9" fmla="*/ 1077508 w 2164904"/>
              <a:gd name="connsiteY9" fmla="*/ 5 h 1472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64904" h="1472931">
                <a:moveTo>
                  <a:pt x="1077508" y="5"/>
                </a:moveTo>
                <a:cubicBezTo>
                  <a:pt x="1195309" y="-1643"/>
                  <a:pt x="1321349" y="344346"/>
                  <a:pt x="1423499" y="578301"/>
                </a:cubicBezTo>
                <a:cubicBezTo>
                  <a:pt x="1525649" y="812256"/>
                  <a:pt x="1655806" y="1137651"/>
                  <a:pt x="1779373" y="1285108"/>
                </a:cubicBezTo>
                <a:cubicBezTo>
                  <a:pt x="1902940" y="1432565"/>
                  <a:pt x="2026508" y="1422679"/>
                  <a:pt x="2164904" y="1463045"/>
                </a:cubicBezTo>
                <a:lnTo>
                  <a:pt x="1779373" y="1467988"/>
                </a:lnTo>
                <a:lnTo>
                  <a:pt x="1067623" y="1472931"/>
                </a:lnTo>
                <a:lnTo>
                  <a:pt x="0" y="1467987"/>
                </a:lnTo>
                <a:cubicBezTo>
                  <a:pt x="148281" y="1401260"/>
                  <a:pt x="236425" y="1428446"/>
                  <a:pt x="355874" y="1280165"/>
                </a:cubicBezTo>
                <a:cubicBezTo>
                  <a:pt x="475323" y="1131884"/>
                  <a:pt x="626076" y="816375"/>
                  <a:pt x="716692" y="588187"/>
                </a:cubicBezTo>
                <a:cubicBezTo>
                  <a:pt x="807308" y="359999"/>
                  <a:pt x="959707" y="1653"/>
                  <a:pt x="1077508" y="5"/>
                </a:cubicBezTo>
                <a:close/>
              </a:path>
            </a:pathLst>
          </a:custGeom>
          <a:gradFill>
            <a:gsLst>
              <a:gs pos="0">
                <a:srgbClr val="92D050"/>
              </a:gs>
              <a:gs pos="100000">
                <a:srgbClr val="7FDFF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F9452DD-83F5-5314-589F-4D9C9C7BE3D3}"/>
              </a:ext>
            </a:extLst>
          </p:cNvPr>
          <p:cNvCxnSpPr>
            <a:cxnSpLocks/>
          </p:cNvCxnSpPr>
          <p:nvPr/>
        </p:nvCxnSpPr>
        <p:spPr>
          <a:xfrm>
            <a:off x="9511974" y="3232177"/>
            <a:ext cx="360000" cy="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80166E7A-E9D1-A437-1E82-39F4B39C336D}"/>
              </a:ext>
            </a:extLst>
          </p:cNvPr>
          <p:cNvSpPr>
            <a:spLocks noChangeAspect="1"/>
          </p:cNvSpPr>
          <p:nvPr/>
        </p:nvSpPr>
        <p:spPr>
          <a:xfrm rot="5400000">
            <a:off x="9511974" y="4347389"/>
            <a:ext cx="360000" cy="360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FF64958-DEA0-584F-39D3-AF0B1998C453}"/>
              </a:ext>
            </a:extLst>
          </p:cNvPr>
          <p:cNvCxnSpPr>
            <a:cxnSpLocks/>
          </p:cNvCxnSpPr>
          <p:nvPr/>
        </p:nvCxnSpPr>
        <p:spPr>
          <a:xfrm flipV="1">
            <a:off x="9533149" y="4404564"/>
            <a:ext cx="324000" cy="252000"/>
          </a:xfrm>
          <a:prstGeom prst="line">
            <a:avLst/>
          </a:prstGeom>
          <a:ln w="25400">
            <a:solidFill>
              <a:srgbClr val="0098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4391695B-E499-C8E7-C7D2-62369AEC39FF}"/>
              </a:ext>
            </a:extLst>
          </p:cNvPr>
          <p:cNvSpPr/>
          <p:nvPr/>
        </p:nvSpPr>
        <p:spPr>
          <a:xfrm>
            <a:off x="9637539" y="4462496"/>
            <a:ext cx="54000" cy="54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99F16D6-D080-27D4-0CE1-288FCDA22D08}"/>
              </a:ext>
            </a:extLst>
          </p:cNvPr>
          <p:cNvSpPr/>
          <p:nvPr/>
        </p:nvSpPr>
        <p:spPr>
          <a:xfrm>
            <a:off x="9677212" y="4577388"/>
            <a:ext cx="54000" cy="54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4D92ECA-6E54-1D92-1F21-FB201B8A81A2}"/>
              </a:ext>
            </a:extLst>
          </p:cNvPr>
          <p:cNvSpPr/>
          <p:nvPr/>
        </p:nvSpPr>
        <p:spPr>
          <a:xfrm>
            <a:off x="9779413" y="4559388"/>
            <a:ext cx="54000" cy="54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16DE20F-4FD0-DFA6-3643-BF4BFB3F9B63}"/>
              </a:ext>
            </a:extLst>
          </p:cNvPr>
          <p:cNvSpPr/>
          <p:nvPr/>
        </p:nvSpPr>
        <p:spPr>
          <a:xfrm>
            <a:off x="9540756" y="4514975"/>
            <a:ext cx="54000" cy="54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E25B270-3A4A-A8F3-94E5-D82195A59C6E}"/>
              </a:ext>
            </a:extLst>
          </p:cNvPr>
          <p:cNvSpPr/>
          <p:nvPr/>
        </p:nvSpPr>
        <p:spPr>
          <a:xfrm>
            <a:off x="9801229" y="4451609"/>
            <a:ext cx="54000" cy="54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54D23D2-BB2A-A12C-3BA0-3990DA5B3947}"/>
              </a:ext>
            </a:extLst>
          </p:cNvPr>
          <p:cNvSpPr/>
          <p:nvPr/>
        </p:nvSpPr>
        <p:spPr>
          <a:xfrm>
            <a:off x="9604769" y="4624711"/>
            <a:ext cx="54000" cy="54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4E7129D-16A4-B67C-5C2A-E11C643A9536}"/>
              </a:ext>
            </a:extLst>
          </p:cNvPr>
          <p:cNvSpPr/>
          <p:nvPr/>
        </p:nvSpPr>
        <p:spPr>
          <a:xfrm>
            <a:off x="9706224" y="4394067"/>
            <a:ext cx="54000" cy="54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7547CA25-21BF-04BC-5D6F-3E21CFF46C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853" t="31635" r="26853" b="28822"/>
          <a:stretch/>
        </p:blipFill>
        <p:spPr>
          <a:xfrm>
            <a:off x="9527849" y="3635537"/>
            <a:ext cx="327380" cy="32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884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83</cp:revision>
  <dcterms:created xsi:type="dcterms:W3CDTF">2026-04-12T03:50:16Z</dcterms:created>
  <dcterms:modified xsi:type="dcterms:W3CDTF">2026-05-10T05:34:32Z</dcterms:modified>
</cp:coreProperties>
</file>