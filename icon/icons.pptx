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FF9894"/>
    <a:srgbClr val="FFA4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51"/>
  </p:normalViewPr>
  <p:slideViewPr>
    <p:cSldViewPr snapToGrid="0">
      <p:cViewPr varScale="1">
        <p:scale>
          <a:sx n="101" d="100"/>
          <a:sy n="101" d="100"/>
        </p:scale>
        <p:origin x="6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B24A-37B5-AE53-30B3-CABA3D43A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94FA13-0148-EB3B-2D0D-9EEBB70B6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1A8A9-B788-7AC1-A544-F08B938F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0EFD-98CC-144B-86FC-2C31795ED826}" type="datetimeFigureOut">
              <a:rPr lang="en-TW" smtClean="0"/>
              <a:t>2026/4/13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E319B-4266-0D24-54DC-C4781C3A4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0C277-972C-4E00-606D-32F4C47E0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04A-BE43-2F44-B34F-0E24BCBD0D1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114757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07ABA-4F1F-B2D2-521A-2A7309B9F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B9325-2834-CFC1-90C2-44A849C6E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B26A3-469E-AE5F-C84F-3D450C8E5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0EFD-98CC-144B-86FC-2C31795ED826}" type="datetimeFigureOut">
              <a:rPr lang="en-TW" smtClean="0"/>
              <a:t>2026/4/13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18756-AA4E-C8F5-5B90-AF5A9DD84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4F860-C8BD-1B57-879E-74FB26EC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04A-BE43-2F44-B34F-0E24BCBD0D1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7720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B582E-EF04-5CBF-B14F-64FD472B1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341D2-A85B-47EE-A1BB-131694B78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7980F-5A36-A751-68AE-A1AECCFB0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0EFD-98CC-144B-86FC-2C31795ED826}" type="datetimeFigureOut">
              <a:rPr lang="en-TW" smtClean="0"/>
              <a:t>2026/4/13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2CDA6-4A0F-BCAB-90C7-0D45B873A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2D91B-FFB7-4030-7F70-611FB18E3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04A-BE43-2F44-B34F-0E24BCBD0D1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49973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68D4D-FAED-B460-643F-8BF75E650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98E0A-7C26-A90A-178E-A190260079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47D98-FDCA-EC8B-C40E-0A2CF7D6E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5BD06-7B34-D25A-7895-95E2DFDBC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0EFD-98CC-144B-86FC-2C31795ED826}" type="datetimeFigureOut">
              <a:rPr lang="en-TW" smtClean="0"/>
              <a:t>2026/4/13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F5DB72-5DF5-E19E-6D9A-EE9C76F10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DD16E-1292-7AF0-FF86-40220EBF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04A-BE43-2F44-B34F-0E24BCBD0D1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212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80013-1CAE-F0A2-546C-66FA86B10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7FD2A-C099-9257-CD9A-0B6873D43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F8F61-73CE-0991-97AD-F783B8779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0C2682-F827-0221-437A-F51341FE10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C78F96-C476-1149-612E-CB2993433F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3D623B-3F3E-C1E1-4C3D-2AA77FC37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0EFD-98CC-144B-86FC-2C31795ED826}" type="datetimeFigureOut">
              <a:rPr lang="en-TW" smtClean="0"/>
              <a:t>2026/4/13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04745E-201C-168C-2910-287E3D105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9146D3-8156-EF38-A064-9702B95CD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04A-BE43-2F44-B34F-0E24BCBD0D1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8106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29818-BFCD-91FB-A2DF-01B9C53AD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37062A-724B-DF3B-4CE1-A7ECBF69D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0EFD-98CC-144B-86FC-2C31795ED826}" type="datetimeFigureOut">
              <a:rPr lang="en-TW" smtClean="0"/>
              <a:t>2026/4/13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50E92D-87B7-F5B4-BDEB-79D258A3E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0E4AC-CFE1-C827-959B-69F1726C0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04A-BE43-2F44-B34F-0E24BCBD0D1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20835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1C46E-A520-51EB-9D27-E508C534C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0EFD-98CC-144B-86FC-2C31795ED826}" type="datetimeFigureOut">
              <a:rPr lang="en-TW" smtClean="0"/>
              <a:t>2026/4/13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D4FB6E-B005-BACB-663B-6848D2B1E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0D35D-811C-4260-0B21-2CB61A41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04A-BE43-2F44-B34F-0E24BCBD0D1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250032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960FD-5A05-CC8A-1C51-06C55BEEA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1FE55-0F6C-7DD1-270E-A8B4C39E4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E2739-FDB7-AD0E-6946-BC1D1574BE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8B163-00EA-EAD2-7223-58B6BE051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0EFD-98CC-144B-86FC-2C31795ED826}" type="datetimeFigureOut">
              <a:rPr lang="en-TW" smtClean="0"/>
              <a:t>2026/4/13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92F2C-A682-9094-001B-DEB2D84C4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3A1C7-0656-E4ED-1215-38E9CB4E1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04A-BE43-2F44-B34F-0E24BCBD0D1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77257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E681B-DAA4-A884-7B7A-6D8144E2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7FFB56-A215-03B8-4150-5B04B4FA1C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70A0F-9D46-9DA1-5B6E-6830BB089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8E98C-1CE8-07D2-EBDA-95BED6E23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0EFD-98CC-144B-86FC-2C31795ED826}" type="datetimeFigureOut">
              <a:rPr lang="en-TW" smtClean="0"/>
              <a:t>2026/4/13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3AB78-2BD9-11D9-2DCB-267A32B16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6B4E3-7C0C-5E02-C533-A1B584C34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04A-BE43-2F44-B34F-0E24BCBD0D1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273202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997F1-D6F9-38F7-7FFB-AD31E22A3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EFA15-FE90-56DF-2280-7DE2BABF8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21527-3815-872A-8674-B255A8749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0EFD-98CC-144B-86FC-2C31795ED826}" type="datetimeFigureOut">
              <a:rPr lang="en-TW" smtClean="0"/>
              <a:t>2026/4/13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6CD4A-93B2-0D69-9B13-FA57C0578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F778C-611C-BC46-D5D6-D6B5D9000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04A-BE43-2F44-B34F-0E24BCBD0D1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97379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77AF6F-2256-B434-ABD5-883391C8AD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2CC20-AAED-7822-FD61-29659B178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34CFF-E770-7404-48B8-F53EC2CB8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0EFD-98CC-144B-86FC-2C31795ED826}" type="datetimeFigureOut">
              <a:rPr lang="en-TW" smtClean="0"/>
              <a:t>2026/4/13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9DBF7-8244-1B03-A362-7BD77E9B1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FE0DB-50E9-11C0-7022-F929E886C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04A-BE43-2F44-B34F-0E24BCBD0D1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056938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5AAD6A-EE65-5580-A8D4-16A781447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888E0-5294-C50E-EFDD-2227853E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FE52F-39C3-CF93-74CF-C4F8E95C68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F0EFD-98CC-144B-86FC-2C31795ED826}" type="datetimeFigureOut">
              <a:rPr lang="en-TW" smtClean="0"/>
              <a:t>2026/4/13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91604-E9A8-5F29-F818-34DAB6064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E2A82-AF9D-E752-F52D-D6DD2C5AF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4004A-BE43-2F44-B34F-0E24BCBD0D1C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08302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A204CA2-A7B5-F1CD-A1C0-D12842ECCDE2}"/>
              </a:ext>
            </a:extLst>
          </p:cNvPr>
          <p:cNvGrpSpPr/>
          <p:nvPr/>
        </p:nvGrpSpPr>
        <p:grpSpPr>
          <a:xfrm rot="1800000">
            <a:off x="4807478" y="3219733"/>
            <a:ext cx="360000" cy="360000"/>
            <a:chOff x="3683000" y="2781300"/>
            <a:chExt cx="360000" cy="360000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C3A756D-856E-A04C-1739-3AF5B826F27E}"/>
                </a:ext>
              </a:extLst>
            </p:cNvPr>
            <p:cNvSpPr/>
            <p:nvPr/>
          </p:nvSpPr>
          <p:spPr>
            <a:xfrm>
              <a:off x="3863000" y="2781300"/>
              <a:ext cx="180000" cy="360000"/>
            </a:xfrm>
            <a:custGeom>
              <a:avLst/>
              <a:gdLst>
                <a:gd name="connsiteX0" fmla="*/ 0 w 180000"/>
                <a:gd name="connsiteY0" fmla="*/ 0 h 360000"/>
                <a:gd name="connsiteX1" fmla="*/ 180000 w 180000"/>
                <a:gd name="connsiteY1" fmla="*/ 180000 h 360000"/>
                <a:gd name="connsiteX2" fmla="*/ 0 w 180000"/>
                <a:gd name="connsiteY2" fmla="*/ 360000 h 360000"/>
                <a:gd name="connsiteX3" fmla="*/ 0 w 180000"/>
                <a:gd name="connsiteY3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0" h="360000">
                  <a:moveTo>
                    <a:pt x="0" y="0"/>
                  </a:moveTo>
                  <a:cubicBezTo>
                    <a:pt x="99411" y="0"/>
                    <a:pt x="180000" y="80589"/>
                    <a:pt x="180000" y="180000"/>
                  </a:cubicBezTo>
                  <a:cubicBezTo>
                    <a:pt x="180000" y="279411"/>
                    <a:pt x="99411" y="360000"/>
                    <a:pt x="0" y="3600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60FC198-97A3-FA9D-17E6-846398A3214F}"/>
                </a:ext>
              </a:extLst>
            </p:cNvPr>
            <p:cNvSpPr/>
            <p:nvPr/>
          </p:nvSpPr>
          <p:spPr>
            <a:xfrm>
              <a:off x="3683000" y="2781300"/>
              <a:ext cx="180000" cy="360000"/>
            </a:xfrm>
            <a:custGeom>
              <a:avLst/>
              <a:gdLst>
                <a:gd name="connsiteX0" fmla="*/ 180000 w 180000"/>
                <a:gd name="connsiteY0" fmla="*/ 0 h 360000"/>
                <a:gd name="connsiteX1" fmla="*/ 180000 w 180000"/>
                <a:gd name="connsiteY1" fmla="*/ 360000 h 360000"/>
                <a:gd name="connsiteX2" fmla="*/ 0 w 180000"/>
                <a:gd name="connsiteY2" fmla="*/ 180000 h 360000"/>
                <a:gd name="connsiteX3" fmla="*/ 180000 w 180000"/>
                <a:gd name="connsiteY3" fmla="*/ 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0" h="360000">
                  <a:moveTo>
                    <a:pt x="180000" y="0"/>
                  </a:moveTo>
                  <a:lnTo>
                    <a:pt x="180000" y="360000"/>
                  </a:lnTo>
                  <a:cubicBezTo>
                    <a:pt x="80589" y="360000"/>
                    <a:pt x="0" y="279411"/>
                    <a:pt x="0" y="180000"/>
                  </a:cubicBezTo>
                  <a:cubicBezTo>
                    <a:pt x="0" y="80589"/>
                    <a:pt x="80589" y="0"/>
                    <a:pt x="180000" y="0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/>
            </a:p>
          </p:txBody>
        </p:sp>
      </p:grpSp>
      <p:sp>
        <p:nvSpPr>
          <p:cNvPr id="121" name="Oval 120">
            <a:extLst>
              <a:ext uri="{FF2B5EF4-FFF2-40B4-BE49-F238E27FC236}">
                <a16:creationId xmlns:a16="http://schemas.microsoft.com/office/drawing/2014/main" id="{CB660191-55D9-2C1B-E6C7-6563AB711EFA}"/>
              </a:ext>
            </a:extLst>
          </p:cNvPr>
          <p:cNvSpPr/>
          <p:nvPr/>
        </p:nvSpPr>
        <p:spPr>
          <a:xfrm>
            <a:off x="5557130" y="3219428"/>
            <a:ext cx="360000" cy="360000"/>
          </a:xfrm>
          <a:prstGeom prst="ellipse">
            <a:avLst/>
          </a:prstGeom>
          <a:gradFill flip="none" rotWithShape="1">
            <a:gsLst>
              <a:gs pos="20000">
                <a:srgbClr val="FF7E79"/>
              </a:gs>
              <a:gs pos="8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C3D0562A-E7E5-4085-D05E-979E4DD57090}"/>
              </a:ext>
            </a:extLst>
          </p:cNvPr>
          <p:cNvGrpSpPr/>
          <p:nvPr/>
        </p:nvGrpSpPr>
        <p:grpSpPr>
          <a:xfrm>
            <a:off x="6306782" y="3243848"/>
            <a:ext cx="360000" cy="360000"/>
            <a:chOff x="6219832" y="4165415"/>
            <a:chExt cx="360000" cy="360000"/>
          </a:xfrm>
        </p:grpSpPr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DC983E2F-A708-D80A-EE87-A925E706BAF6}"/>
                </a:ext>
              </a:extLst>
            </p:cNvPr>
            <p:cNvSpPr/>
            <p:nvPr/>
          </p:nvSpPr>
          <p:spPr>
            <a:xfrm>
              <a:off x="6399832" y="4165415"/>
              <a:ext cx="180000" cy="180000"/>
            </a:xfrm>
            <a:custGeom>
              <a:avLst/>
              <a:gdLst>
                <a:gd name="connsiteX0" fmla="*/ 0 w 180000"/>
                <a:gd name="connsiteY0" fmla="*/ 0 h 180000"/>
                <a:gd name="connsiteX1" fmla="*/ 180000 w 180000"/>
                <a:gd name="connsiteY1" fmla="*/ 180000 h 180000"/>
                <a:gd name="connsiteX2" fmla="*/ 0 w 180000"/>
                <a:gd name="connsiteY2" fmla="*/ 180000 h 180000"/>
                <a:gd name="connsiteX3" fmla="*/ 0 w 180000"/>
                <a:gd name="connsiteY3" fmla="*/ 0 h 1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0" h="180000">
                  <a:moveTo>
                    <a:pt x="0" y="0"/>
                  </a:moveTo>
                  <a:cubicBezTo>
                    <a:pt x="99411" y="0"/>
                    <a:pt x="180000" y="80589"/>
                    <a:pt x="180000" y="180000"/>
                  </a:cubicBezTo>
                  <a:lnTo>
                    <a:pt x="0" y="18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E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 dirty="0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5E90B0A5-80BF-79A2-652F-799F6E4D34DD}"/>
                </a:ext>
              </a:extLst>
            </p:cNvPr>
            <p:cNvSpPr/>
            <p:nvPr/>
          </p:nvSpPr>
          <p:spPr>
            <a:xfrm rot="5400000">
              <a:off x="6399832" y="4345415"/>
              <a:ext cx="180000" cy="180000"/>
            </a:xfrm>
            <a:custGeom>
              <a:avLst/>
              <a:gdLst>
                <a:gd name="connsiteX0" fmla="*/ 0 w 180000"/>
                <a:gd name="connsiteY0" fmla="*/ 0 h 180000"/>
                <a:gd name="connsiteX1" fmla="*/ 180000 w 180000"/>
                <a:gd name="connsiteY1" fmla="*/ 180000 h 180000"/>
                <a:gd name="connsiteX2" fmla="*/ 0 w 180000"/>
                <a:gd name="connsiteY2" fmla="*/ 180000 h 180000"/>
                <a:gd name="connsiteX3" fmla="*/ 0 w 180000"/>
                <a:gd name="connsiteY3" fmla="*/ 0 h 1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0" h="180000">
                  <a:moveTo>
                    <a:pt x="0" y="0"/>
                  </a:moveTo>
                  <a:cubicBezTo>
                    <a:pt x="99411" y="0"/>
                    <a:pt x="180000" y="80589"/>
                    <a:pt x="180000" y="180000"/>
                  </a:cubicBezTo>
                  <a:lnTo>
                    <a:pt x="0" y="18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 dirty="0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055C75C5-E33B-BB7F-9E88-B0021BBF3CA1}"/>
                </a:ext>
              </a:extLst>
            </p:cNvPr>
            <p:cNvSpPr/>
            <p:nvPr/>
          </p:nvSpPr>
          <p:spPr>
            <a:xfrm rot="10800000">
              <a:off x="6219832" y="4345415"/>
              <a:ext cx="180000" cy="180000"/>
            </a:xfrm>
            <a:custGeom>
              <a:avLst/>
              <a:gdLst>
                <a:gd name="connsiteX0" fmla="*/ 0 w 180000"/>
                <a:gd name="connsiteY0" fmla="*/ 0 h 180000"/>
                <a:gd name="connsiteX1" fmla="*/ 180000 w 180000"/>
                <a:gd name="connsiteY1" fmla="*/ 180000 h 180000"/>
                <a:gd name="connsiteX2" fmla="*/ 0 w 180000"/>
                <a:gd name="connsiteY2" fmla="*/ 180000 h 180000"/>
                <a:gd name="connsiteX3" fmla="*/ 0 w 180000"/>
                <a:gd name="connsiteY3" fmla="*/ 0 h 1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0" h="180000">
                  <a:moveTo>
                    <a:pt x="0" y="0"/>
                  </a:moveTo>
                  <a:cubicBezTo>
                    <a:pt x="99411" y="0"/>
                    <a:pt x="180000" y="80589"/>
                    <a:pt x="180000" y="180000"/>
                  </a:cubicBezTo>
                  <a:lnTo>
                    <a:pt x="0" y="18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 dirty="0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A2609FAF-B3DE-F043-168C-77BA51ECD6A7}"/>
                </a:ext>
              </a:extLst>
            </p:cNvPr>
            <p:cNvSpPr/>
            <p:nvPr/>
          </p:nvSpPr>
          <p:spPr>
            <a:xfrm rot="16200000">
              <a:off x="6219832" y="4165415"/>
              <a:ext cx="180000" cy="180000"/>
            </a:xfrm>
            <a:custGeom>
              <a:avLst/>
              <a:gdLst>
                <a:gd name="connsiteX0" fmla="*/ 0 w 180000"/>
                <a:gd name="connsiteY0" fmla="*/ 0 h 180000"/>
                <a:gd name="connsiteX1" fmla="*/ 180000 w 180000"/>
                <a:gd name="connsiteY1" fmla="*/ 180000 h 180000"/>
                <a:gd name="connsiteX2" fmla="*/ 0 w 180000"/>
                <a:gd name="connsiteY2" fmla="*/ 180000 h 180000"/>
                <a:gd name="connsiteX3" fmla="*/ 0 w 180000"/>
                <a:gd name="connsiteY3" fmla="*/ 0 h 1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0" h="180000">
                  <a:moveTo>
                    <a:pt x="0" y="0"/>
                  </a:moveTo>
                  <a:cubicBezTo>
                    <a:pt x="99411" y="0"/>
                    <a:pt x="180000" y="80589"/>
                    <a:pt x="180000" y="180000"/>
                  </a:cubicBezTo>
                  <a:lnTo>
                    <a:pt x="0" y="18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 dirty="0"/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1AD6721-40FD-3BC0-74F6-0EC366263BE9}"/>
              </a:ext>
            </a:extLst>
          </p:cNvPr>
          <p:cNvGrpSpPr/>
          <p:nvPr/>
        </p:nvGrpSpPr>
        <p:grpSpPr>
          <a:xfrm>
            <a:off x="7056434" y="3199097"/>
            <a:ext cx="328088" cy="459807"/>
            <a:chOff x="6476346" y="4349028"/>
            <a:chExt cx="328088" cy="459807"/>
          </a:xfrm>
        </p:grpSpPr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B187527F-DD4F-4DB2-C3E0-A0506E012B3E}"/>
                </a:ext>
              </a:extLst>
            </p:cNvPr>
            <p:cNvSpPr/>
            <p:nvPr/>
          </p:nvSpPr>
          <p:spPr>
            <a:xfrm rot="1800000">
              <a:off x="6586390" y="4398901"/>
              <a:ext cx="108000" cy="360061"/>
            </a:xfrm>
            <a:custGeom>
              <a:avLst/>
              <a:gdLst>
                <a:gd name="connsiteX0" fmla="*/ 0 w 108000"/>
                <a:gd name="connsiteY0" fmla="*/ 8551 h 360061"/>
                <a:gd name="connsiteX1" fmla="*/ 31749 w 108000"/>
                <a:gd name="connsiteY1" fmla="*/ 1364 h 360061"/>
                <a:gd name="connsiteX2" fmla="*/ 100586 w 108000"/>
                <a:gd name="connsiteY2" fmla="*/ 6165 h 360061"/>
                <a:gd name="connsiteX3" fmla="*/ 108000 w 108000"/>
                <a:gd name="connsiteY3" fmla="*/ 9782 h 360061"/>
                <a:gd name="connsiteX4" fmla="*/ 108000 w 108000"/>
                <a:gd name="connsiteY4" fmla="*/ 351510 h 360061"/>
                <a:gd name="connsiteX5" fmla="*/ 76249 w 108000"/>
                <a:gd name="connsiteY5" fmla="*/ 358698 h 360061"/>
                <a:gd name="connsiteX6" fmla="*/ 7412 w 108000"/>
                <a:gd name="connsiteY6" fmla="*/ 353897 h 360061"/>
                <a:gd name="connsiteX7" fmla="*/ 0 w 108000"/>
                <a:gd name="connsiteY7" fmla="*/ 350280 h 360061"/>
                <a:gd name="connsiteX8" fmla="*/ 0 w 108000"/>
                <a:gd name="connsiteY8" fmla="*/ 8551 h 36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" h="360061">
                  <a:moveTo>
                    <a:pt x="0" y="8551"/>
                  </a:moveTo>
                  <a:lnTo>
                    <a:pt x="31749" y="1364"/>
                  </a:lnTo>
                  <a:cubicBezTo>
                    <a:pt x="54953" y="-1515"/>
                    <a:pt x="78338" y="203"/>
                    <a:pt x="100586" y="6165"/>
                  </a:cubicBezTo>
                  <a:lnTo>
                    <a:pt x="108000" y="9782"/>
                  </a:lnTo>
                  <a:lnTo>
                    <a:pt x="108000" y="351510"/>
                  </a:lnTo>
                  <a:lnTo>
                    <a:pt x="76249" y="358698"/>
                  </a:lnTo>
                  <a:cubicBezTo>
                    <a:pt x="53045" y="361577"/>
                    <a:pt x="29660" y="359859"/>
                    <a:pt x="7412" y="353897"/>
                  </a:cubicBezTo>
                  <a:lnTo>
                    <a:pt x="0" y="350280"/>
                  </a:lnTo>
                  <a:lnTo>
                    <a:pt x="0" y="855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FE452E47-FCCE-DBDA-E525-1177F677CC06}"/>
                </a:ext>
              </a:extLst>
            </p:cNvPr>
            <p:cNvSpPr/>
            <p:nvPr/>
          </p:nvSpPr>
          <p:spPr>
            <a:xfrm rot="1800000">
              <a:off x="6476346" y="4349028"/>
              <a:ext cx="126030" cy="341729"/>
            </a:xfrm>
            <a:custGeom>
              <a:avLst/>
              <a:gdLst>
                <a:gd name="connsiteX0" fmla="*/ 90029 w 126030"/>
                <a:gd name="connsiteY0" fmla="*/ 15595 h 341729"/>
                <a:gd name="connsiteX1" fmla="*/ 123273 w 126030"/>
                <a:gd name="connsiteY1" fmla="*/ 624 h 341729"/>
                <a:gd name="connsiteX2" fmla="*/ 126030 w 126030"/>
                <a:gd name="connsiteY2" fmla="*/ 0 h 341729"/>
                <a:gd name="connsiteX3" fmla="*/ 126030 w 126030"/>
                <a:gd name="connsiteY3" fmla="*/ 341729 h 341729"/>
                <a:gd name="connsiteX4" fmla="*/ 71426 w 126030"/>
                <a:gd name="connsiteY4" fmla="*/ 315085 h 341729"/>
                <a:gd name="connsiteX5" fmla="*/ 24144 w 126030"/>
                <a:gd name="connsiteY5" fmla="*/ 261480 h 341729"/>
                <a:gd name="connsiteX6" fmla="*/ 90029 w 126030"/>
                <a:gd name="connsiteY6" fmla="*/ 15595 h 34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030" h="341729">
                  <a:moveTo>
                    <a:pt x="90029" y="15595"/>
                  </a:moveTo>
                  <a:cubicBezTo>
                    <a:pt x="100791" y="9382"/>
                    <a:pt x="111927" y="4407"/>
                    <a:pt x="123273" y="624"/>
                  </a:cubicBezTo>
                  <a:lnTo>
                    <a:pt x="126030" y="0"/>
                  </a:lnTo>
                  <a:lnTo>
                    <a:pt x="126030" y="341729"/>
                  </a:lnTo>
                  <a:lnTo>
                    <a:pt x="71426" y="315085"/>
                  </a:lnTo>
                  <a:cubicBezTo>
                    <a:pt x="52771" y="300989"/>
                    <a:pt x="36571" y="283003"/>
                    <a:pt x="24144" y="261480"/>
                  </a:cubicBezTo>
                  <a:cubicBezTo>
                    <a:pt x="-25561" y="175388"/>
                    <a:pt x="3937" y="65301"/>
                    <a:pt x="90029" y="15595"/>
                  </a:cubicBezTo>
                  <a:close/>
                </a:path>
              </a:pathLst>
            </a:custGeom>
            <a:solidFill>
              <a:srgbClr val="FFA4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C081F082-315E-6369-D349-97A604E56DD1}"/>
                </a:ext>
              </a:extLst>
            </p:cNvPr>
            <p:cNvSpPr/>
            <p:nvPr/>
          </p:nvSpPr>
          <p:spPr>
            <a:xfrm rot="1800000">
              <a:off x="6678406" y="4467107"/>
              <a:ext cx="126028" cy="341728"/>
            </a:xfrm>
            <a:custGeom>
              <a:avLst/>
              <a:gdLst>
                <a:gd name="connsiteX0" fmla="*/ 0 w 126028"/>
                <a:gd name="connsiteY0" fmla="*/ 0 h 341728"/>
                <a:gd name="connsiteX1" fmla="*/ 54602 w 126028"/>
                <a:gd name="connsiteY1" fmla="*/ 26644 h 341728"/>
                <a:gd name="connsiteX2" fmla="*/ 101884 w 126028"/>
                <a:gd name="connsiteY2" fmla="*/ 80249 h 341728"/>
                <a:gd name="connsiteX3" fmla="*/ 35999 w 126028"/>
                <a:gd name="connsiteY3" fmla="*/ 326134 h 341728"/>
                <a:gd name="connsiteX4" fmla="*/ 2755 w 126028"/>
                <a:gd name="connsiteY4" fmla="*/ 341105 h 341728"/>
                <a:gd name="connsiteX5" fmla="*/ 0 w 126028"/>
                <a:gd name="connsiteY5" fmla="*/ 341728 h 341728"/>
                <a:gd name="connsiteX6" fmla="*/ 0 w 126028"/>
                <a:gd name="connsiteY6" fmla="*/ 0 h 341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028" h="341728">
                  <a:moveTo>
                    <a:pt x="0" y="0"/>
                  </a:moveTo>
                  <a:lnTo>
                    <a:pt x="54602" y="26644"/>
                  </a:lnTo>
                  <a:cubicBezTo>
                    <a:pt x="73257" y="40740"/>
                    <a:pt x="89457" y="58726"/>
                    <a:pt x="101884" y="80249"/>
                  </a:cubicBezTo>
                  <a:cubicBezTo>
                    <a:pt x="151589" y="166341"/>
                    <a:pt x="122091" y="276428"/>
                    <a:pt x="35999" y="326134"/>
                  </a:cubicBezTo>
                  <a:cubicBezTo>
                    <a:pt x="25237" y="332347"/>
                    <a:pt x="14101" y="337322"/>
                    <a:pt x="2755" y="341105"/>
                  </a:cubicBezTo>
                  <a:lnTo>
                    <a:pt x="0" y="341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TW"/>
            </a:p>
          </p:txBody>
        </p:sp>
      </p:grpSp>
    </p:spTree>
    <p:extLst>
      <p:ext uri="{BB962C8B-B14F-4D97-AF65-F5344CB8AC3E}">
        <p14:creationId xmlns:p14="http://schemas.microsoft.com/office/powerpoint/2010/main" val="1644064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20</cp:revision>
  <dcterms:created xsi:type="dcterms:W3CDTF">2026-04-12T03:50:16Z</dcterms:created>
  <dcterms:modified xsi:type="dcterms:W3CDTF">2026-04-13T05:09:25Z</dcterms:modified>
</cp:coreProperties>
</file>